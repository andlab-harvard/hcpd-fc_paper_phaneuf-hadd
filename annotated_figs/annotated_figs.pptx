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76" r:id="rId5"/>
    <p:sldId id="278" r:id="rId6"/>
    <p:sldId id="274" r:id="rId7"/>
    <p:sldId id="273" r:id="rId8"/>
    <p:sldId id="270" r:id="rId9"/>
    <p:sldId id="267" r:id="rId10"/>
    <p:sldId id="275" r:id="rId11"/>
    <p:sldId id="277" r:id="rId12"/>
    <p:sldId id="256" r:id="rId13"/>
    <p:sldId id="265" r:id="rId14"/>
    <p:sldId id="269" r:id="rId15"/>
    <p:sldId id="260"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2E73"/>
    <a:srgbClr val="1A6591"/>
    <a:srgbClr val="8BBCD0"/>
    <a:srgbClr val="2C6159"/>
    <a:srgbClr val="57A384"/>
    <a:srgbClr val="9C2F71"/>
    <a:srgbClr val="F11D80"/>
    <a:srgbClr val="DC2004"/>
    <a:srgbClr val="F963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D14573-D22B-924A-971F-7E432472289A}" v="16" dt="2025-04-08T21:31:21.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289"/>
    <p:restoredTop sz="71851"/>
  </p:normalViewPr>
  <p:slideViewPr>
    <p:cSldViewPr snapToGrid="0">
      <p:cViewPr varScale="1">
        <p:scale>
          <a:sx n="76" d="100"/>
          <a:sy n="76" d="100"/>
        </p:scale>
        <p:origin x="208" y="-368"/>
      </p:cViewPr>
      <p:guideLst/>
    </p:cSldViewPr>
  </p:slideViewPr>
  <p:notesTextViewPr>
    <p:cViewPr>
      <p:scale>
        <a:sx n="105" d="100"/>
        <a:sy n="10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euf-Hadd, Camille" userId="3435675e-5c23-4046-8f69-36a389b36498" providerId="ADAL" clId="{5E697B70-5AE4-884C-AEEB-240046E95DE2}"/>
    <pc:docChg chg="undo custSel addSld modSld">
      <pc:chgData name="Phaneuf-Hadd, Camille" userId="3435675e-5c23-4046-8f69-36a389b36498" providerId="ADAL" clId="{5E697B70-5AE4-884C-AEEB-240046E95DE2}" dt="2025-01-22T18:11:40.819" v="84" actId="1037"/>
      <pc:docMkLst>
        <pc:docMk/>
      </pc:docMkLst>
      <pc:sldChg chg="mod modShow">
        <pc:chgData name="Phaneuf-Hadd, Camille" userId="3435675e-5c23-4046-8f69-36a389b36498" providerId="ADAL" clId="{5E697B70-5AE4-884C-AEEB-240046E95DE2}" dt="2025-01-22T18:06:28.996" v="1" actId="729"/>
        <pc:sldMkLst>
          <pc:docMk/>
          <pc:sldMk cId="1275201063" sldId="267"/>
        </pc:sldMkLst>
      </pc:sldChg>
      <pc:sldChg chg="modSp add mod">
        <pc:chgData name="Phaneuf-Hadd, Camille" userId="3435675e-5c23-4046-8f69-36a389b36498" providerId="ADAL" clId="{5E697B70-5AE4-884C-AEEB-240046E95DE2}" dt="2025-01-22T18:11:40.819" v="84" actId="1037"/>
        <pc:sldMkLst>
          <pc:docMk/>
          <pc:sldMk cId="130465041" sldId="271"/>
        </pc:sldMkLst>
        <pc:spChg chg="mod">
          <ac:chgData name="Phaneuf-Hadd, Camille" userId="3435675e-5c23-4046-8f69-36a389b36498" providerId="ADAL" clId="{5E697B70-5AE4-884C-AEEB-240046E95DE2}" dt="2025-01-22T18:07:57.540" v="17" actId="20577"/>
          <ac:spMkLst>
            <pc:docMk/>
            <pc:sldMk cId="130465041" sldId="271"/>
            <ac:spMk id="13" creationId="{C97211F1-8378-08BB-9703-40C564A365B1}"/>
          </ac:spMkLst>
        </pc:spChg>
        <pc:spChg chg="mod">
          <ac:chgData name="Phaneuf-Hadd, Camille" userId="3435675e-5c23-4046-8f69-36a389b36498" providerId="ADAL" clId="{5E697B70-5AE4-884C-AEEB-240046E95DE2}" dt="2025-01-22T18:08:09.865" v="19" actId="20577"/>
          <ac:spMkLst>
            <pc:docMk/>
            <pc:sldMk cId="130465041" sldId="271"/>
            <ac:spMk id="29" creationId="{A327848D-53CD-9DEE-E045-1635C4456B86}"/>
          </ac:spMkLst>
        </pc:spChg>
        <pc:spChg chg="mod">
          <ac:chgData name="Phaneuf-Hadd, Camille" userId="3435675e-5c23-4046-8f69-36a389b36498" providerId="ADAL" clId="{5E697B70-5AE4-884C-AEEB-240046E95DE2}" dt="2025-01-22T18:10:07.021" v="51" actId="20577"/>
          <ac:spMkLst>
            <pc:docMk/>
            <pc:sldMk cId="130465041" sldId="271"/>
            <ac:spMk id="31" creationId="{C0BB1C08-92DA-B561-33DF-47B86E3A888C}"/>
          </ac:spMkLst>
        </pc:spChg>
        <pc:spChg chg="mod">
          <ac:chgData name="Phaneuf-Hadd, Camille" userId="3435675e-5c23-4046-8f69-36a389b36498" providerId="ADAL" clId="{5E697B70-5AE4-884C-AEEB-240046E95DE2}" dt="2025-01-22T18:10:11.751" v="57" actId="20577"/>
          <ac:spMkLst>
            <pc:docMk/>
            <pc:sldMk cId="130465041" sldId="271"/>
            <ac:spMk id="32" creationId="{A934BCE2-9748-94C1-AAB3-76ACA3F461B6}"/>
          </ac:spMkLst>
        </pc:spChg>
        <pc:spChg chg="mod">
          <ac:chgData name="Phaneuf-Hadd, Camille" userId="3435675e-5c23-4046-8f69-36a389b36498" providerId="ADAL" clId="{5E697B70-5AE4-884C-AEEB-240046E95DE2}" dt="2025-01-22T18:10:14.863" v="61" actId="20577"/>
          <ac:spMkLst>
            <pc:docMk/>
            <pc:sldMk cId="130465041" sldId="271"/>
            <ac:spMk id="33" creationId="{141771F5-4645-6D76-3D47-77242CAD660C}"/>
          </ac:spMkLst>
        </pc:spChg>
        <pc:spChg chg="mod">
          <ac:chgData name="Phaneuf-Hadd, Camille" userId="3435675e-5c23-4046-8f69-36a389b36498" providerId="ADAL" clId="{5E697B70-5AE4-884C-AEEB-240046E95DE2}" dt="2025-01-22T18:09:15.273" v="38" actId="1037"/>
          <ac:spMkLst>
            <pc:docMk/>
            <pc:sldMk cId="130465041" sldId="271"/>
            <ac:spMk id="34" creationId="{41510374-56F9-CDFE-5358-41931438A3DA}"/>
          </ac:spMkLst>
        </pc:spChg>
        <pc:spChg chg="mod">
          <ac:chgData name="Phaneuf-Hadd, Camille" userId="3435675e-5c23-4046-8f69-36a389b36498" providerId="ADAL" clId="{5E697B70-5AE4-884C-AEEB-240046E95DE2}" dt="2025-01-22T18:09:40.558" v="47" actId="1076"/>
          <ac:spMkLst>
            <pc:docMk/>
            <pc:sldMk cId="130465041" sldId="271"/>
            <ac:spMk id="36" creationId="{DD6E4339-F5EE-F867-17E9-E7124BACC833}"/>
          </ac:spMkLst>
        </pc:spChg>
        <pc:spChg chg="mod">
          <ac:chgData name="Phaneuf-Hadd, Camille" userId="3435675e-5c23-4046-8f69-36a389b36498" providerId="ADAL" clId="{5E697B70-5AE4-884C-AEEB-240046E95DE2}" dt="2025-01-22T18:10:39.655" v="78" actId="1035"/>
          <ac:spMkLst>
            <pc:docMk/>
            <pc:sldMk cId="130465041" sldId="271"/>
            <ac:spMk id="49" creationId="{821EF1C4-C230-8CEF-4651-172DF4313C66}"/>
          </ac:spMkLst>
        </pc:spChg>
        <pc:spChg chg="mod">
          <ac:chgData name="Phaneuf-Hadd, Camille" userId="3435675e-5c23-4046-8f69-36a389b36498" providerId="ADAL" clId="{5E697B70-5AE4-884C-AEEB-240046E95DE2}" dt="2025-01-22T18:10:35.419" v="77" actId="1035"/>
          <ac:spMkLst>
            <pc:docMk/>
            <pc:sldMk cId="130465041" sldId="271"/>
            <ac:spMk id="52" creationId="{FDBBE2C3-71CF-0A2C-0811-4B70D75C679C}"/>
          </ac:spMkLst>
        </pc:spChg>
        <pc:spChg chg="mod">
          <ac:chgData name="Phaneuf-Hadd, Camille" userId="3435675e-5c23-4046-8f69-36a389b36498" providerId="ADAL" clId="{5E697B70-5AE4-884C-AEEB-240046E95DE2}" dt="2025-01-22T18:10:17.161" v="65" actId="20577"/>
          <ac:spMkLst>
            <pc:docMk/>
            <pc:sldMk cId="130465041" sldId="271"/>
            <ac:spMk id="53" creationId="{9C28B471-86B6-F20F-5AD6-1E4A4BB0FB71}"/>
          </ac:spMkLst>
        </pc:spChg>
        <pc:spChg chg="mod">
          <ac:chgData name="Phaneuf-Hadd, Camille" userId="3435675e-5c23-4046-8f69-36a389b36498" providerId="ADAL" clId="{5E697B70-5AE4-884C-AEEB-240046E95DE2}" dt="2025-01-22T18:10:19.665" v="69" actId="20577"/>
          <ac:spMkLst>
            <pc:docMk/>
            <pc:sldMk cId="130465041" sldId="271"/>
            <ac:spMk id="54" creationId="{DC584913-A0A2-DC83-2479-DEC55359CA2F}"/>
          </ac:spMkLst>
        </pc:spChg>
        <pc:spChg chg="mod">
          <ac:chgData name="Phaneuf-Hadd, Camille" userId="3435675e-5c23-4046-8f69-36a389b36498" providerId="ADAL" clId="{5E697B70-5AE4-884C-AEEB-240046E95DE2}" dt="2025-01-22T18:11:40.819" v="84" actId="1037"/>
          <ac:spMkLst>
            <pc:docMk/>
            <pc:sldMk cId="130465041" sldId="271"/>
            <ac:spMk id="60" creationId="{73BD05EB-727A-1E02-253E-BB6F4B8602A2}"/>
          </ac:spMkLst>
        </pc:spChg>
        <pc:picChg chg="mod">
          <ac:chgData name="Phaneuf-Hadd, Camille" userId="3435675e-5c23-4046-8f69-36a389b36498" providerId="ADAL" clId="{5E697B70-5AE4-884C-AEEB-240046E95DE2}" dt="2025-01-22T18:07:04.370" v="2" actId="14826"/>
          <ac:picMkLst>
            <pc:docMk/>
            <pc:sldMk cId="130465041" sldId="271"/>
            <ac:picMk id="3" creationId="{97BB2BFF-313D-FB15-8033-94BA8FEBEF01}"/>
          </ac:picMkLst>
        </pc:picChg>
      </pc:sldChg>
    </pc:docChg>
  </pc:docChgLst>
  <pc:docChgLst>
    <pc:chgData name="Phaneuf, Camille" userId="3435675e-5c23-4046-8f69-36a389b36498" providerId="ADAL" clId="{C672FF0F-B947-B248-84DB-58CE7273AC45}"/>
    <pc:docChg chg="undo redo custSel addSld delSld modSld">
      <pc:chgData name="Phaneuf, Camille" userId="3435675e-5c23-4046-8f69-36a389b36498" providerId="ADAL" clId="{C672FF0F-B947-B248-84DB-58CE7273AC45}" dt="2024-06-10T18:58:50.811" v="918" actId="1037"/>
      <pc:docMkLst>
        <pc:docMk/>
      </pc:docMkLst>
      <pc:sldChg chg="delSp modSp mod">
        <pc:chgData name="Phaneuf, Camille" userId="3435675e-5c23-4046-8f69-36a389b36498" providerId="ADAL" clId="{C672FF0F-B947-B248-84DB-58CE7273AC45}" dt="2024-06-07T21:21:31.474" v="707" actId="207"/>
        <pc:sldMkLst>
          <pc:docMk/>
          <pc:sldMk cId="1689017505" sldId="256"/>
        </pc:sldMkLst>
      </pc:sldChg>
      <pc:sldChg chg="addSp modSp mod">
        <pc:chgData name="Phaneuf, Camille" userId="3435675e-5c23-4046-8f69-36a389b36498" providerId="ADAL" clId="{C672FF0F-B947-B248-84DB-58CE7273AC45}" dt="2024-06-04T20:24:58.029" v="432" actId="14826"/>
        <pc:sldMkLst>
          <pc:docMk/>
          <pc:sldMk cId="1678870780" sldId="257"/>
        </pc:sldMkLst>
      </pc:sldChg>
      <pc:sldChg chg="modSp del">
        <pc:chgData name="Phaneuf, Camille" userId="3435675e-5c23-4046-8f69-36a389b36498" providerId="ADAL" clId="{C672FF0F-B947-B248-84DB-58CE7273AC45}" dt="2024-06-04T21:04:29.489" v="674" actId="2696"/>
        <pc:sldMkLst>
          <pc:docMk/>
          <pc:sldMk cId="618750612" sldId="258"/>
        </pc:sldMkLst>
      </pc:sldChg>
      <pc:sldChg chg="addSp delSp modSp new del mod">
        <pc:chgData name="Phaneuf, Camille" userId="3435675e-5c23-4046-8f69-36a389b36498" providerId="ADAL" clId="{C672FF0F-B947-B248-84DB-58CE7273AC45}" dt="2024-06-07T20:30:43.299" v="705" actId="2696"/>
        <pc:sldMkLst>
          <pc:docMk/>
          <pc:sldMk cId="2762676685" sldId="259"/>
        </pc:sldMkLst>
      </pc:sldChg>
      <pc:sldChg chg="addSp delSp modSp new mod">
        <pc:chgData name="Phaneuf, Camille" userId="3435675e-5c23-4046-8f69-36a389b36498" providerId="ADAL" clId="{C672FF0F-B947-B248-84DB-58CE7273AC45}" dt="2024-06-10T18:54:16.818" v="804" actId="478"/>
        <pc:sldMkLst>
          <pc:docMk/>
          <pc:sldMk cId="3117352291" sldId="260"/>
        </pc:sldMkLst>
      </pc:sldChg>
      <pc:sldChg chg="addSp delSp modSp new mod">
        <pc:chgData name="Phaneuf, Camille" userId="3435675e-5c23-4046-8f69-36a389b36498" providerId="ADAL" clId="{C672FF0F-B947-B248-84DB-58CE7273AC45}" dt="2024-06-10T18:58:50.811" v="918" actId="1037"/>
        <pc:sldMkLst>
          <pc:docMk/>
          <pc:sldMk cId="511247064" sldId="261"/>
        </pc:sldMkLst>
      </pc:sldChg>
      <pc:sldChg chg="addSp delSp modSp new mod">
        <pc:chgData name="Phaneuf, Camille" userId="3435675e-5c23-4046-8f69-36a389b36498" providerId="ADAL" clId="{C672FF0F-B947-B248-84DB-58CE7273AC45}" dt="2024-06-10T18:44:01.073" v="709" actId="14826"/>
        <pc:sldMkLst>
          <pc:docMk/>
          <pc:sldMk cId="572821261" sldId="262"/>
        </pc:sldMkLst>
      </pc:sldChg>
      <pc:sldChg chg="modSp add del mod">
        <pc:chgData name="Phaneuf, Camille" userId="3435675e-5c23-4046-8f69-36a389b36498" providerId="ADAL" clId="{C672FF0F-B947-B248-84DB-58CE7273AC45}" dt="2024-06-04T20:38:53.571" v="449" actId="2696"/>
        <pc:sldMkLst>
          <pc:docMk/>
          <pc:sldMk cId="61673638" sldId="263"/>
        </pc:sldMkLst>
      </pc:sldChg>
      <pc:sldChg chg="add del">
        <pc:chgData name="Phaneuf, Camille" userId="3435675e-5c23-4046-8f69-36a389b36498" providerId="ADAL" clId="{C672FF0F-B947-B248-84DB-58CE7273AC45}" dt="2024-06-04T20:18:00.031" v="259" actId="2890"/>
        <pc:sldMkLst>
          <pc:docMk/>
          <pc:sldMk cId="1153769808" sldId="263"/>
        </pc:sldMkLst>
      </pc:sldChg>
      <pc:sldChg chg="addSp delSp modSp new mod">
        <pc:chgData name="Phaneuf, Camille" userId="3435675e-5c23-4046-8f69-36a389b36498" providerId="ADAL" clId="{C672FF0F-B947-B248-84DB-58CE7273AC45}" dt="2024-06-04T21:03:15.665" v="673" actId="1076"/>
        <pc:sldMkLst>
          <pc:docMk/>
          <pc:sldMk cId="4204727257" sldId="264"/>
        </pc:sldMkLst>
      </pc:sldChg>
      <pc:sldChg chg="modSp add mod">
        <pc:chgData name="Phaneuf, Camille" userId="3435675e-5c23-4046-8f69-36a389b36498" providerId="ADAL" clId="{C672FF0F-B947-B248-84DB-58CE7273AC45}" dt="2024-06-04T20:38:33.630" v="448" actId="1076"/>
        <pc:sldMkLst>
          <pc:docMk/>
          <pc:sldMk cId="1176328022" sldId="265"/>
        </pc:sldMkLst>
      </pc:sldChg>
      <pc:sldChg chg="addSp delSp modSp add mod">
        <pc:chgData name="Phaneuf, Camille" userId="3435675e-5c23-4046-8f69-36a389b36498" providerId="ADAL" clId="{C672FF0F-B947-B248-84DB-58CE7273AC45}" dt="2024-06-07T20:29:25.623" v="704" actId="1076"/>
        <pc:sldMkLst>
          <pc:docMk/>
          <pc:sldMk cId="1596059146" sldId="266"/>
        </pc:sldMkLst>
      </pc:sldChg>
    </pc:docChg>
  </pc:docChgLst>
  <pc:docChgLst>
    <pc:chgData name="Phaneuf-Hadd, Camille" userId="3435675e-5c23-4046-8f69-36a389b36498" providerId="ADAL" clId="{CB4F57CB-9ADA-DA41-A648-9F71D4194E23}"/>
    <pc:docChg chg="custSel modSld">
      <pc:chgData name="Phaneuf-Hadd, Camille" userId="3435675e-5c23-4046-8f69-36a389b36498" providerId="ADAL" clId="{CB4F57CB-9ADA-DA41-A648-9F71D4194E23}" dt="2024-10-16T01:26:41.385" v="55" actId="14826"/>
      <pc:docMkLst>
        <pc:docMk/>
      </pc:docMkLst>
      <pc:sldChg chg="addSp delSp modSp mod">
        <pc:chgData name="Phaneuf-Hadd, Camille" userId="3435675e-5c23-4046-8f69-36a389b36498" providerId="ADAL" clId="{CB4F57CB-9ADA-DA41-A648-9F71D4194E23}" dt="2024-10-15T22:13:12.769" v="54" actId="1035"/>
        <pc:sldMkLst>
          <pc:docMk/>
          <pc:sldMk cId="3117352291" sldId="260"/>
        </pc:sldMkLst>
      </pc:sldChg>
      <pc:sldChg chg="modSp">
        <pc:chgData name="Phaneuf-Hadd, Camille" userId="3435675e-5c23-4046-8f69-36a389b36498" providerId="ADAL" clId="{CB4F57CB-9ADA-DA41-A648-9F71D4194E23}" dt="2024-10-16T01:26:41.385" v="55" actId="14826"/>
        <pc:sldMkLst>
          <pc:docMk/>
          <pc:sldMk cId="1596059146" sldId="266"/>
        </pc:sldMkLst>
      </pc:sldChg>
    </pc:docChg>
  </pc:docChgLst>
  <pc:docChgLst>
    <pc:chgData name="Phaneuf-Hadd, Camille" userId="3435675e-5c23-4046-8f69-36a389b36498" providerId="ADAL" clId="{85D14573-D22B-924A-971F-7E432472289A}"/>
    <pc:docChg chg="undo custSel addSld modSld sldOrd">
      <pc:chgData name="Phaneuf-Hadd, Camille" userId="3435675e-5c23-4046-8f69-36a389b36498" providerId="ADAL" clId="{85D14573-D22B-924A-971F-7E432472289A}" dt="2025-04-08T21:31:21.505" v="135" actId="14826"/>
      <pc:docMkLst>
        <pc:docMk/>
      </pc:docMkLst>
      <pc:sldChg chg="modSp mod modShow">
        <pc:chgData name="Phaneuf-Hadd, Camille" userId="3435675e-5c23-4046-8f69-36a389b36498" providerId="ADAL" clId="{85D14573-D22B-924A-971F-7E432472289A}" dt="2025-04-08T19:55:03.850" v="119" actId="255"/>
        <pc:sldMkLst>
          <pc:docMk/>
          <pc:sldMk cId="572821261" sldId="262"/>
        </pc:sldMkLst>
        <pc:spChg chg="mod">
          <ac:chgData name="Phaneuf-Hadd, Camille" userId="3435675e-5c23-4046-8f69-36a389b36498" providerId="ADAL" clId="{85D14573-D22B-924A-971F-7E432472289A}" dt="2025-04-08T19:55:00.823" v="118" actId="255"/>
          <ac:spMkLst>
            <pc:docMk/>
            <pc:sldMk cId="572821261" sldId="262"/>
            <ac:spMk id="17" creationId="{4FFF7B84-8B5C-9CC9-0C92-3B6A0EE24F73}"/>
          </ac:spMkLst>
        </pc:spChg>
        <pc:spChg chg="mod">
          <ac:chgData name="Phaneuf-Hadd, Camille" userId="3435675e-5c23-4046-8f69-36a389b36498" providerId="ADAL" clId="{85D14573-D22B-924A-971F-7E432472289A}" dt="2025-04-08T19:54:53.699" v="116" actId="255"/>
          <ac:spMkLst>
            <pc:docMk/>
            <pc:sldMk cId="572821261" sldId="262"/>
            <ac:spMk id="18" creationId="{0998E022-36A7-EF5D-436D-3AB20B304122}"/>
          </ac:spMkLst>
        </pc:spChg>
        <pc:spChg chg="mod">
          <ac:chgData name="Phaneuf-Hadd, Camille" userId="3435675e-5c23-4046-8f69-36a389b36498" providerId="ADAL" clId="{85D14573-D22B-924A-971F-7E432472289A}" dt="2025-04-08T19:54:50.018" v="115" actId="255"/>
          <ac:spMkLst>
            <pc:docMk/>
            <pc:sldMk cId="572821261" sldId="262"/>
            <ac:spMk id="19" creationId="{6F829C79-F734-E3CF-5807-C257BF2F0D98}"/>
          </ac:spMkLst>
        </pc:spChg>
        <pc:spChg chg="mod">
          <ac:chgData name="Phaneuf-Hadd, Camille" userId="3435675e-5c23-4046-8f69-36a389b36498" providerId="ADAL" clId="{85D14573-D22B-924A-971F-7E432472289A}" dt="2025-04-08T19:54:57.758" v="117" actId="255"/>
          <ac:spMkLst>
            <pc:docMk/>
            <pc:sldMk cId="572821261" sldId="262"/>
            <ac:spMk id="20" creationId="{B2BA01DB-3424-F607-9B4C-EE200AC609F0}"/>
          </ac:spMkLst>
        </pc:spChg>
        <pc:spChg chg="mod">
          <ac:chgData name="Phaneuf-Hadd, Camille" userId="3435675e-5c23-4046-8f69-36a389b36498" providerId="ADAL" clId="{85D14573-D22B-924A-971F-7E432472289A}" dt="2025-04-08T19:55:03.850" v="119" actId="255"/>
          <ac:spMkLst>
            <pc:docMk/>
            <pc:sldMk cId="572821261" sldId="262"/>
            <ac:spMk id="21" creationId="{911ECE64-8430-F35D-1EA1-C56B2865A90B}"/>
          </ac:spMkLst>
        </pc:spChg>
      </pc:sldChg>
      <pc:sldChg chg="mod modShow">
        <pc:chgData name="Phaneuf-Hadd, Camille" userId="3435675e-5c23-4046-8f69-36a389b36498" providerId="ADAL" clId="{85D14573-D22B-924A-971F-7E432472289A}" dt="2025-04-08T21:30:10.590" v="133" actId="729"/>
        <pc:sldMkLst>
          <pc:docMk/>
          <pc:sldMk cId="1596059146" sldId="266"/>
        </pc:sldMkLst>
      </pc:sldChg>
      <pc:sldChg chg="mod modShow">
        <pc:chgData name="Phaneuf-Hadd, Camille" userId="3435675e-5c23-4046-8f69-36a389b36498" providerId="ADAL" clId="{85D14573-D22B-924A-971F-7E432472289A}" dt="2025-04-08T21:24:07.607" v="126" actId="729"/>
        <pc:sldMkLst>
          <pc:docMk/>
          <pc:sldMk cId="2673942029" sldId="268"/>
        </pc:sldMkLst>
      </pc:sldChg>
      <pc:sldChg chg="addSp delSp modSp mod modShow">
        <pc:chgData name="Phaneuf-Hadd, Camille" userId="3435675e-5c23-4046-8f69-36a389b36498" providerId="ADAL" clId="{85D14573-D22B-924A-971F-7E432472289A}" dt="2025-04-08T19:53:29.872" v="105" actId="478"/>
        <pc:sldMkLst>
          <pc:docMk/>
          <pc:sldMk cId="2332760005" sldId="270"/>
        </pc:sldMkLst>
        <pc:spChg chg="mod">
          <ac:chgData name="Phaneuf-Hadd, Camille" userId="3435675e-5c23-4046-8f69-36a389b36498" providerId="ADAL" clId="{85D14573-D22B-924A-971F-7E432472289A}" dt="2025-04-08T19:48:30.038" v="48" actId="1036"/>
          <ac:spMkLst>
            <pc:docMk/>
            <pc:sldMk cId="2332760005" sldId="270"/>
            <ac:spMk id="15" creationId="{56A28D90-BA6A-C352-C173-14914F6DB876}"/>
          </ac:spMkLst>
        </pc:spChg>
        <pc:spChg chg="mod">
          <ac:chgData name="Phaneuf-Hadd, Camille" userId="3435675e-5c23-4046-8f69-36a389b36498" providerId="ADAL" clId="{85D14573-D22B-924A-971F-7E432472289A}" dt="2025-04-08T19:48:30.038" v="48" actId="1036"/>
          <ac:spMkLst>
            <pc:docMk/>
            <pc:sldMk cId="2332760005" sldId="270"/>
            <ac:spMk id="16" creationId="{469EAB8C-9166-7804-562B-8B787477972F}"/>
          </ac:spMkLst>
        </pc:spChg>
        <pc:spChg chg="mod">
          <ac:chgData name="Phaneuf-Hadd, Camille" userId="3435675e-5c23-4046-8f69-36a389b36498" providerId="ADAL" clId="{85D14573-D22B-924A-971F-7E432472289A}" dt="2025-04-08T19:48:45.767" v="56" actId="1038"/>
          <ac:spMkLst>
            <pc:docMk/>
            <pc:sldMk cId="2332760005" sldId="270"/>
            <ac:spMk id="18" creationId="{BDA89C7E-C745-BFB8-F0E6-71262D820D09}"/>
          </ac:spMkLst>
        </pc:spChg>
        <pc:spChg chg="mod">
          <ac:chgData name="Phaneuf-Hadd, Camille" userId="3435675e-5c23-4046-8f69-36a389b36498" providerId="ADAL" clId="{85D14573-D22B-924A-971F-7E432472289A}" dt="2025-04-08T19:48:45.767" v="56" actId="1038"/>
          <ac:spMkLst>
            <pc:docMk/>
            <pc:sldMk cId="2332760005" sldId="270"/>
            <ac:spMk id="19" creationId="{3D53E423-578C-5BBC-A314-55D15866D24A}"/>
          </ac:spMkLst>
        </pc:spChg>
        <pc:spChg chg="mod">
          <ac:chgData name="Phaneuf-Hadd, Camille" userId="3435675e-5c23-4046-8f69-36a389b36498" providerId="ADAL" clId="{85D14573-D22B-924A-971F-7E432472289A}" dt="2025-04-08T19:49:20.742" v="83" actId="1035"/>
          <ac:spMkLst>
            <pc:docMk/>
            <pc:sldMk cId="2332760005" sldId="270"/>
            <ac:spMk id="20" creationId="{892283E4-EC86-0EC6-5480-3BE5733A92D8}"/>
          </ac:spMkLst>
        </pc:spChg>
        <pc:spChg chg="mod">
          <ac:chgData name="Phaneuf-Hadd, Camille" userId="3435675e-5c23-4046-8f69-36a389b36498" providerId="ADAL" clId="{85D14573-D22B-924A-971F-7E432472289A}" dt="2025-04-08T19:49:20.742" v="83" actId="1035"/>
          <ac:spMkLst>
            <pc:docMk/>
            <pc:sldMk cId="2332760005" sldId="270"/>
            <ac:spMk id="21" creationId="{F6396D82-29D0-BD9A-6A13-04468EC0E089}"/>
          </ac:spMkLst>
        </pc:spChg>
        <pc:spChg chg="mod">
          <ac:chgData name="Phaneuf-Hadd, Camille" userId="3435675e-5c23-4046-8f69-36a389b36498" providerId="ADAL" clId="{85D14573-D22B-924A-971F-7E432472289A}" dt="2025-04-08T19:49:09.503" v="73" actId="1037"/>
          <ac:spMkLst>
            <pc:docMk/>
            <pc:sldMk cId="2332760005" sldId="270"/>
            <ac:spMk id="22" creationId="{DD6F5C51-5B55-F7A4-4718-F57305CA72A9}"/>
          </ac:spMkLst>
        </pc:spChg>
        <pc:spChg chg="mod">
          <ac:chgData name="Phaneuf-Hadd, Camille" userId="3435675e-5c23-4046-8f69-36a389b36498" providerId="ADAL" clId="{85D14573-D22B-924A-971F-7E432472289A}" dt="2025-04-08T19:49:09.503" v="73" actId="1037"/>
          <ac:spMkLst>
            <pc:docMk/>
            <pc:sldMk cId="2332760005" sldId="270"/>
            <ac:spMk id="23" creationId="{76AD0F8A-DC5D-74F4-8488-4FF0D3163196}"/>
          </ac:spMkLst>
        </pc:spChg>
        <pc:spChg chg="mod">
          <ac:chgData name="Phaneuf-Hadd, Camille" userId="3435675e-5c23-4046-8f69-36a389b36498" providerId="ADAL" clId="{85D14573-D22B-924A-971F-7E432472289A}" dt="2025-04-08T19:49:36.631" v="96" actId="1038"/>
          <ac:spMkLst>
            <pc:docMk/>
            <pc:sldMk cId="2332760005" sldId="270"/>
            <ac:spMk id="24" creationId="{6724CB6F-9D2D-1E6F-D2E6-D6CA2CCC926A}"/>
          </ac:spMkLst>
        </pc:spChg>
        <pc:spChg chg="mod">
          <ac:chgData name="Phaneuf-Hadd, Camille" userId="3435675e-5c23-4046-8f69-36a389b36498" providerId="ADAL" clId="{85D14573-D22B-924A-971F-7E432472289A}" dt="2025-04-08T19:49:36.631" v="96" actId="1038"/>
          <ac:spMkLst>
            <pc:docMk/>
            <pc:sldMk cId="2332760005" sldId="270"/>
            <ac:spMk id="25" creationId="{6DFE22E5-CEAE-B835-8BA4-AA9923DE7B2C}"/>
          </ac:spMkLst>
        </pc:spChg>
        <pc:picChg chg="add del">
          <ac:chgData name="Phaneuf-Hadd, Camille" userId="3435675e-5c23-4046-8f69-36a389b36498" providerId="ADAL" clId="{85D14573-D22B-924A-971F-7E432472289A}" dt="2025-04-08T19:53:29.872" v="105" actId="478"/>
          <ac:picMkLst>
            <pc:docMk/>
            <pc:sldMk cId="2332760005" sldId="270"/>
            <ac:picMk id="3" creationId="{0A2D19A7-5D1F-8E8E-5DE4-F00BD648C63A}"/>
          </ac:picMkLst>
        </pc:picChg>
      </pc:sldChg>
      <pc:sldChg chg="add mod ord modShow">
        <pc:chgData name="Phaneuf-Hadd, Camille" userId="3435675e-5c23-4046-8f69-36a389b36498" providerId="ADAL" clId="{85D14573-D22B-924A-971F-7E432472289A}" dt="2025-04-08T19:50:12.912" v="103" actId="729"/>
        <pc:sldMkLst>
          <pc:docMk/>
          <pc:sldMk cId="1641772299" sldId="272"/>
        </pc:sldMkLst>
      </pc:sldChg>
      <pc:sldChg chg="delSp modSp add mod">
        <pc:chgData name="Phaneuf-Hadd, Camille" userId="3435675e-5c23-4046-8f69-36a389b36498" providerId="ADAL" clId="{85D14573-D22B-924A-971F-7E432472289A}" dt="2025-04-08T21:12:59.262" v="124" actId="14826"/>
        <pc:sldMkLst>
          <pc:docMk/>
          <pc:sldMk cId="2178929120" sldId="273"/>
        </pc:sldMkLst>
        <pc:spChg chg="del">
          <ac:chgData name="Phaneuf-Hadd, Camille" userId="3435675e-5c23-4046-8f69-36a389b36498" providerId="ADAL" clId="{85D14573-D22B-924A-971F-7E432472289A}" dt="2025-04-08T21:12:24.888" v="123" actId="478"/>
          <ac:spMkLst>
            <pc:docMk/>
            <pc:sldMk cId="2178929120" sldId="273"/>
            <ac:spMk id="24" creationId="{649DD6D3-2A01-0CAA-DFEF-44B768617C3F}"/>
          </ac:spMkLst>
        </pc:spChg>
        <pc:spChg chg="del">
          <ac:chgData name="Phaneuf-Hadd, Camille" userId="3435675e-5c23-4046-8f69-36a389b36498" providerId="ADAL" clId="{85D14573-D22B-924A-971F-7E432472289A}" dt="2025-04-08T21:12:19.280" v="121" actId="478"/>
          <ac:spMkLst>
            <pc:docMk/>
            <pc:sldMk cId="2178929120" sldId="273"/>
            <ac:spMk id="25" creationId="{14D9AE17-6C70-A78C-5534-EB688EA95828}"/>
          </ac:spMkLst>
        </pc:spChg>
        <pc:spChg chg="del">
          <ac:chgData name="Phaneuf-Hadd, Camille" userId="3435675e-5c23-4046-8f69-36a389b36498" providerId="ADAL" clId="{85D14573-D22B-924A-971F-7E432472289A}" dt="2025-04-08T21:12:19.280" v="121" actId="478"/>
          <ac:spMkLst>
            <pc:docMk/>
            <pc:sldMk cId="2178929120" sldId="273"/>
            <ac:spMk id="26" creationId="{663D5E24-F702-6C07-3979-23CD5B374669}"/>
          </ac:spMkLst>
        </pc:spChg>
        <pc:spChg chg="del">
          <ac:chgData name="Phaneuf-Hadd, Camille" userId="3435675e-5c23-4046-8f69-36a389b36498" providerId="ADAL" clId="{85D14573-D22B-924A-971F-7E432472289A}" dt="2025-04-08T21:12:23.126" v="122" actId="478"/>
          <ac:spMkLst>
            <pc:docMk/>
            <pc:sldMk cId="2178929120" sldId="273"/>
            <ac:spMk id="27" creationId="{69CB2AB4-88D5-2C77-7459-E0FEEC42D03E}"/>
          </ac:spMkLst>
        </pc:spChg>
        <pc:spChg chg="del">
          <ac:chgData name="Phaneuf-Hadd, Camille" userId="3435675e-5c23-4046-8f69-36a389b36498" providerId="ADAL" clId="{85D14573-D22B-924A-971F-7E432472289A}" dt="2025-04-08T21:12:23.126" v="122" actId="478"/>
          <ac:spMkLst>
            <pc:docMk/>
            <pc:sldMk cId="2178929120" sldId="273"/>
            <ac:spMk id="29" creationId="{D2AFD0E6-FDCB-BD5C-E9EF-F0A92098A35B}"/>
          </ac:spMkLst>
        </pc:spChg>
        <pc:spChg chg="del">
          <ac:chgData name="Phaneuf-Hadd, Camille" userId="3435675e-5c23-4046-8f69-36a389b36498" providerId="ADAL" clId="{85D14573-D22B-924A-971F-7E432472289A}" dt="2025-04-08T21:12:23.126" v="122" actId="478"/>
          <ac:spMkLst>
            <pc:docMk/>
            <pc:sldMk cId="2178929120" sldId="273"/>
            <ac:spMk id="30" creationId="{16B5C5F4-B28B-C881-1FCA-0C4763D26078}"/>
          </ac:spMkLst>
        </pc:spChg>
        <pc:picChg chg="mod">
          <ac:chgData name="Phaneuf-Hadd, Camille" userId="3435675e-5c23-4046-8f69-36a389b36498" providerId="ADAL" clId="{85D14573-D22B-924A-971F-7E432472289A}" dt="2025-04-08T21:12:59.262" v="124" actId="14826"/>
          <ac:picMkLst>
            <pc:docMk/>
            <pc:sldMk cId="2178929120" sldId="273"/>
            <ac:picMk id="3" creationId="{F0527353-67EE-86F5-01B4-57A280B59D18}"/>
          </ac:picMkLst>
        </pc:picChg>
        <pc:picChg chg="del">
          <ac:chgData name="Phaneuf-Hadd, Camille" userId="3435675e-5c23-4046-8f69-36a389b36498" providerId="ADAL" clId="{85D14573-D22B-924A-971F-7E432472289A}" dt="2025-04-08T21:12:19.280" v="121" actId="478"/>
          <ac:picMkLst>
            <pc:docMk/>
            <pc:sldMk cId="2178929120" sldId="273"/>
            <ac:picMk id="22" creationId="{1087631A-E1EE-0898-C4A9-D649A5092261}"/>
          </ac:picMkLst>
        </pc:picChg>
        <pc:picChg chg="del">
          <ac:chgData name="Phaneuf-Hadd, Camille" userId="3435675e-5c23-4046-8f69-36a389b36498" providerId="ADAL" clId="{85D14573-D22B-924A-971F-7E432472289A}" dt="2025-04-08T21:12:13.988" v="120" actId="478"/>
          <ac:picMkLst>
            <pc:docMk/>
            <pc:sldMk cId="2178929120" sldId="273"/>
            <ac:picMk id="23" creationId="{8E115713-A6D5-EA09-BA1B-F9A7D3D7620E}"/>
          </ac:picMkLst>
        </pc:picChg>
      </pc:sldChg>
      <pc:sldChg chg="modSp add">
        <pc:chgData name="Phaneuf-Hadd, Camille" userId="3435675e-5c23-4046-8f69-36a389b36498" providerId="ADAL" clId="{85D14573-D22B-924A-971F-7E432472289A}" dt="2025-04-08T21:25:44.757" v="131" actId="14826"/>
        <pc:sldMkLst>
          <pc:docMk/>
          <pc:sldMk cId="4023200801" sldId="274"/>
        </pc:sldMkLst>
        <pc:picChg chg="mod">
          <ac:chgData name="Phaneuf-Hadd, Camille" userId="3435675e-5c23-4046-8f69-36a389b36498" providerId="ADAL" clId="{85D14573-D22B-924A-971F-7E432472289A}" dt="2025-04-08T21:24:59.685" v="127" actId="14826"/>
          <ac:picMkLst>
            <pc:docMk/>
            <pc:sldMk cId="4023200801" sldId="274"/>
            <ac:picMk id="8" creationId="{71BFFE99-CFE3-6CC8-8378-7786EEA4BFA6}"/>
          </ac:picMkLst>
        </pc:picChg>
        <pc:picChg chg="mod">
          <ac:chgData name="Phaneuf-Hadd, Camille" userId="3435675e-5c23-4046-8f69-36a389b36498" providerId="ADAL" clId="{85D14573-D22B-924A-971F-7E432472289A}" dt="2025-04-08T21:25:09.064" v="128" actId="14826"/>
          <ac:picMkLst>
            <pc:docMk/>
            <pc:sldMk cId="4023200801" sldId="274"/>
            <ac:picMk id="14" creationId="{672EEF29-4160-7B12-407C-EE39AF772A84}"/>
          </ac:picMkLst>
        </pc:picChg>
        <pc:picChg chg="mod">
          <ac:chgData name="Phaneuf-Hadd, Camille" userId="3435675e-5c23-4046-8f69-36a389b36498" providerId="ADAL" clId="{85D14573-D22B-924A-971F-7E432472289A}" dt="2025-04-08T21:25:22.162" v="129" actId="14826"/>
          <ac:picMkLst>
            <pc:docMk/>
            <pc:sldMk cId="4023200801" sldId="274"/>
            <ac:picMk id="22" creationId="{95C999DC-94F0-101A-25BB-BC603E3010B8}"/>
          </ac:picMkLst>
        </pc:picChg>
        <pc:picChg chg="mod">
          <ac:chgData name="Phaneuf-Hadd, Camille" userId="3435675e-5c23-4046-8f69-36a389b36498" providerId="ADAL" clId="{85D14573-D22B-924A-971F-7E432472289A}" dt="2025-04-08T21:25:33.802" v="130" actId="14826"/>
          <ac:picMkLst>
            <pc:docMk/>
            <pc:sldMk cId="4023200801" sldId="274"/>
            <ac:picMk id="28" creationId="{32D9862B-1460-5D2F-F00C-90C4120071C4}"/>
          </ac:picMkLst>
        </pc:picChg>
        <pc:picChg chg="mod">
          <ac:chgData name="Phaneuf-Hadd, Camille" userId="3435675e-5c23-4046-8f69-36a389b36498" providerId="ADAL" clId="{85D14573-D22B-924A-971F-7E432472289A}" dt="2025-04-08T21:25:44.757" v="131" actId="14826"/>
          <ac:picMkLst>
            <pc:docMk/>
            <pc:sldMk cId="4023200801" sldId="274"/>
            <ac:picMk id="34" creationId="{74E03FAB-6A4C-9D7F-AB21-2A334A85003F}"/>
          </ac:picMkLst>
        </pc:picChg>
      </pc:sldChg>
      <pc:sldChg chg="modSp add">
        <pc:chgData name="Phaneuf-Hadd, Camille" userId="3435675e-5c23-4046-8f69-36a389b36498" providerId="ADAL" clId="{85D14573-D22B-924A-971F-7E432472289A}" dt="2025-04-08T21:31:21.505" v="135" actId="14826"/>
        <pc:sldMkLst>
          <pc:docMk/>
          <pc:sldMk cId="134909579" sldId="275"/>
        </pc:sldMkLst>
        <pc:picChg chg="mod">
          <ac:chgData name="Phaneuf-Hadd, Camille" userId="3435675e-5c23-4046-8f69-36a389b36498" providerId="ADAL" clId="{85D14573-D22B-924A-971F-7E432472289A}" dt="2025-04-08T21:31:14.960" v="134" actId="14826"/>
          <ac:picMkLst>
            <pc:docMk/>
            <pc:sldMk cId="134909579" sldId="275"/>
            <ac:picMk id="8" creationId="{6178CF5F-40FD-0283-D979-B7702A8E8A91}"/>
          </ac:picMkLst>
        </pc:picChg>
        <pc:picChg chg="mod">
          <ac:chgData name="Phaneuf-Hadd, Camille" userId="3435675e-5c23-4046-8f69-36a389b36498" providerId="ADAL" clId="{85D14573-D22B-924A-971F-7E432472289A}" dt="2025-04-08T21:31:21.505" v="135" actId="14826"/>
          <ac:picMkLst>
            <pc:docMk/>
            <pc:sldMk cId="134909579" sldId="275"/>
            <ac:picMk id="14" creationId="{34296C57-0BC9-4468-1E87-E3DA51B445D1}"/>
          </ac:picMkLst>
        </pc:picChg>
      </pc:sldChg>
    </pc:docChg>
  </pc:docChgLst>
  <pc:docChgLst>
    <pc:chgData name="Phaneuf, Camille" userId="3435675e-5c23-4046-8f69-36a389b36498" providerId="ADAL" clId="{81159B72-CC97-6F4F-97CF-696C7E58779F}"/>
    <pc:docChg chg="undo custSel addSld delSld modSld">
      <pc:chgData name="Phaneuf, Camille" userId="3435675e-5c23-4046-8f69-36a389b36498" providerId="ADAL" clId="{81159B72-CC97-6F4F-97CF-696C7E58779F}" dt="2024-07-19T18:15:04.570" v="2039" actId="732"/>
      <pc:docMkLst>
        <pc:docMk/>
      </pc:docMkLst>
      <pc:sldChg chg="addSp delSp modSp mod modShow">
        <pc:chgData name="Phaneuf, Camille" userId="3435675e-5c23-4046-8f69-36a389b36498" providerId="ADAL" clId="{81159B72-CC97-6F4F-97CF-696C7E58779F}" dt="2024-07-18T20:39:55.251" v="791" actId="1076"/>
        <pc:sldMkLst>
          <pc:docMk/>
          <pc:sldMk cId="3117352291" sldId="260"/>
        </pc:sldMkLst>
      </pc:sldChg>
      <pc:sldChg chg="addSp delSp modSp mod modShow">
        <pc:chgData name="Phaneuf, Camille" userId="3435675e-5c23-4046-8f69-36a389b36498" providerId="ADAL" clId="{81159B72-CC97-6F4F-97CF-696C7E58779F}" dt="2024-07-19T18:15:04.570" v="2039" actId="732"/>
        <pc:sldMkLst>
          <pc:docMk/>
          <pc:sldMk cId="511247064" sldId="261"/>
        </pc:sldMkLst>
      </pc:sldChg>
      <pc:sldChg chg="addSp delSp modSp mod modShow">
        <pc:chgData name="Phaneuf, Camille" userId="3435675e-5c23-4046-8f69-36a389b36498" providerId="ADAL" clId="{81159B72-CC97-6F4F-97CF-696C7E58779F}" dt="2024-07-19T18:00:22.864" v="2009" actId="1035"/>
        <pc:sldMkLst>
          <pc:docMk/>
          <pc:sldMk cId="572821261" sldId="262"/>
        </pc:sldMkLst>
      </pc:sldChg>
      <pc:sldChg chg="addSp delSp modSp del mod modShow">
        <pc:chgData name="Phaneuf, Camille" userId="3435675e-5c23-4046-8f69-36a389b36498" providerId="ADAL" clId="{81159B72-CC97-6F4F-97CF-696C7E58779F}" dt="2024-07-18T20:20:18.610" v="539" actId="2696"/>
        <pc:sldMkLst>
          <pc:docMk/>
          <pc:sldMk cId="4204727257" sldId="264"/>
        </pc:sldMkLst>
      </pc:sldChg>
      <pc:sldChg chg="delSp modSp mod modShow">
        <pc:chgData name="Phaneuf, Camille" userId="3435675e-5c23-4046-8f69-36a389b36498" providerId="ADAL" clId="{81159B72-CC97-6F4F-97CF-696C7E58779F}" dt="2024-07-18T20:22:50.929" v="566" actId="729"/>
        <pc:sldMkLst>
          <pc:docMk/>
          <pc:sldMk cId="1596059146" sldId="266"/>
        </pc:sldMkLst>
      </pc:sldChg>
      <pc:sldChg chg="addSp delSp modSp mod">
        <pc:chgData name="Phaneuf, Camille" userId="3435675e-5c23-4046-8f69-36a389b36498" providerId="ADAL" clId="{81159B72-CC97-6F4F-97CF-696C7E58779F}" dt="2024-07-18T18:41:35.281" v="456" actId="14100"/>
        <pc:sldMkLst>
          <pc:docMk/>
          <pc:sldMk cId="1275201063" sldId="267"/>
        </pc:sldMkLst>
      </pc:sldChg>
      <pc:sldChg chg="delSp modSp add mod">
        <pc:chgData name="Phaneuf, Camille" userId="3435675e-5c23-4046-8f69-36a389b36498" providerId="ADAL" clId="{81159B72-CC97-6F4F-97CF-696C7E58779F}" dt="2024-07-18T20:19:48.387" v="538" actId="242"/>
        <pc:sldMkLst>
          <pc:docMk/>
          <pc:sldMk cId="2673942029" sldId="268"/>
        </pc:sldMkLst>
      </pc:sldChg>
      <pc:sldChg chg="addSp delSp modSp add mod modShow">
        <pc:chgData name="Phaneuf, Camille" userId="3435675e-5c23-4046-8f69-36a389b36498" providerId="ADAL" clId="{81159B72-CC97-6F4F-97CF-696C7E58779F}" dt="2024-07-18T21:22:23.076" v="899" actId="1037"/>
        <pc:sldMkLst>
          <pc:docMk/>
          <pc:sldMk cId="3163415008" sldId="269"/>
        </pc:sldMkLst>
      </pc:sldChg>
      <pc:sldChg chg="addSp delSp modSp new mod">
        <pc:chgData name="Phaneuf, Camille" userId="3435675e-5c23-4046-8f69-36a389b36498" providerId="ADAL" clId="{81159B72-CC97-6F4F-97CF-696C7E58779F}" dt="2024-07-19T17:33:23.076" v="1504" actId="14100"/>
        <pc:sldMkLst>
          <pc:docMk/>
          <pc:sldMk cId="2332760005"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C84687-54B3-9748-A1FD-3A8F61AE5F7D}" type="datetimeFigureOut">
              <a:rPr lang="en-US" smtClean="0"/>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B7A878-5E39-6145-A3A2-7025944310DD}" type="slidenum">
              <a:rPr lang="en-US" smtClean="0"/>
              <a:t>‹#›</a:t>
            </a:fld>
            <a:endParaRPr lang="en-US"/>
          </a:p>
        </p:txBody>
      </p:sp>
    </p:spTree>
    <p:extLst>
      <p:ext uri="{BB962C8B-B14F-4D97-AF65-F5344CB8AC3E}">
        <p14:creationId xmlns:p14="http://schemas.microsoft.com/office/powerpoint/2010/main" val="351258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A878-5E39-6145-A3A2-7025944310DD}" type="slidenum">
              <a:rPr lang="en-US" smtClean="0"/>
              <a:t>1</a:t>
            </a:fld>
            <a:endParaRPr lang="en-US"/>
          </a:p>
        </p:txBody>
      </p:sp>
    </p:spTree>
    <p:extLst>
      <p:ext uri="{BB962C8B-B14F-4D97-AF65-F5344CB8AC3E}">
        <p14:creationId xmlns:p14="http://schemas.microsoft.com/office/powerpoint/2010/main" val="505454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47ECA-45FA-1120-E9D9-C4BC7E3BB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628FE-0121-DE69-56BD-743B5A413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9D694-5958-BFA1-33F2-17832FBF2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700F6D-18A1-ADC9-299A-F21D8800431D}"/>
              </a:ext>
            </a:extLst>
          </p:cNvPr>
          <p:cNvSpPr>
            <a:spLocks noGrp="1"/>
          </p:cNvSpPr>
          <p:nvPr>
            <p:ph type="sldNum" sz="quarter" idx="5"/>
          </p:nvPr>
        </p:nvSpPr>
        <p:spPr/>
        <p:txBody>
          <a:bodyPr/>
          <a:lstStyle/>
          <a:p>
            <a:fld id="{6BB7A878-5E39-6145-A3A2-7025944310DD}" type="slidenum">
              <a:rPr lang="en-US" smtClean="0"/>
              <a:t>2</a:t>
            </a:fld>
            <a:endParaRPr lang="en-US"/>
          </a:p>
        </p:txBody>
      </p:sp>
    </p:spTree>
    <p:extLst>
      <p:ext uri="{BB962C8B-B14F-4D97-AF65-F5344CB8AC3E}">
        <p14:creationId xmlns:p14="http://schemas.microsoft.com/office/powerpoint/2010/main" val="194536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a:t>
            </a:r>
          </a:p>
        </p:txBody>
      </p:sp>
      <p:sp>
        <p:nvSpPr>
          <p:cNvPr id="4" name="Slide Number Placeholder 3"/>
          <p:cNvSpPr>
            <a:spLocks noGrp="1"/>
          </p:cNvSpPr>
          <p:nvPr>
            <p:ph type="sldNum" sz="quarter" idx="5"/>
          </p:nvPr>
        </p:nvSpPr>
        <p:spPr/>
        <p:txBody>
          <a:bodyPr/>
          <a:lstStyle/>
          <a:p>
            <a:fld id="{6BB7A878-5E39-6145-A3A2-7025944310DD}" type="slidenum">
              <a:rPr lang="en-US" smtClean="0"/>
              <a:t>3</a:t>
            </a:fld>
            <a:endParaRPr lang="en-US"/>
          </a:p>
        </p:txBody>
      </p:sp>
    </p:spTree>
    <p:extLst>
      <p:ext uri="{BB962C8B-B14F-4D97-AF65-F5344CB8AC3E}">
        <p14:creationId xmlns:p14="http://schemas.microsoft.com/office/powerpoint/2010/main" val="2967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F65D-BECB-D807-597D-2077B0838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9DAAA-E738-36C3-50CF-7FFF558FE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E6A26-0A9A-6060-35EA-8635A4FD5579}"/>
              </a:ext>
            </a:extLst>
          </p:cNvPr>
          <p:cNvSpPr>
            <a:spLocks noGrp="1"/>
          </p:cNvSpPr>
          <p:nvPr>
            <p:ph type="body" idx="1"/>
          </p:nvPr>
        </p:nvSpPr>
        <p:spPr/>
        <p:txBody>
          <a:bodyPr/>
          <a:lstStyle/>
          <a:p>
            <a:r>
              <a:rPr lang="en-US" dirty="0"/>
              <a:t>Figure 2</a:t>
            </a:r>
          </a:p>
        </p:txBody>
      </p:sp>
      <p:sp>
        <p:nvSpPr>
          <p:cNvPr id="4" name="Slide Number Placeholder 3">
            <a:extLst>
              <a:ext uri="{FF2B5EF4-FFF2-40B4-BE49-F238E27FC236}">
                <a16:creationId xmlns:a16="http://schemas.microsoft.com/office/drawing/2014/main" id="{71ABB368-5A43-B15C-AAA5-B8D764E91B34}"/>
              </a:ext>
            </a:extLst>
          </p:cNvPr>
          <p:cNvSpPr>
            <a:spLocks noGrp="1"/>
          </p:cNvSpPr>
          <p:nvPr>
            <p:ph type="sldNum" sz="quarter" idx="5"/>
          </p:nvPr>
        </p:nvSpPr>
        <p:spPr/>
        <p:txBody>
          <a:bodyPr/>
          <a:lstStyle/>
          <a:p>
            <a:fld id="{6BB7A878-5E39-6145-A3A2-7025944310DD}" type="slidenum">
              <a:rPr lang="en-US" smtClean="0"/>
              <a:t>4</a:t>
            </a:fld>
            <a:endParaRPr lang="en-US"/>
          </a:p>
        </p:txBody>
      </p:sp>
    </p:spTree>
    <p:extLst>
      <p:ext uri="{BB962C8B-B14F-4D97-AF65-F5344CB8AC3E}">
        <p14:creationId xmlns:p14="http://schemas.microsoft.com/office/powerpoint/2010/main" val="3337653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a:t>
            </a:r>
          </a:p>
        </p:txBody>
      </p:sp>
      <p:sp>
        <p:nvSpPr>
          <p:cNvPr id="4" name="Slide Number Placeholder 3"/>
          <p:cNvSpPr>
            <a:spLocks noGrp="1"/>
          </p:cNvSpPr>
          <p:nvPr>
            <p:ph type="sldNum" sz="quarter" idx="5"/>
          </p:nvPr>
        </p:nvSpPr>
        <p:spPr/>
        <p:txBody>
          <a:bodyPr/>
          <a:lstStyle/>
          <a:p>
            <a:fld id="{6BB7A878-5E39-6145-A3A2-7025944310DD}" type="slidenum">
              <a:rPr lang="en-US" smtClean="0"/>
              <a:t>5</a:t>
            </a:fld>
            <a:endParaRPr lang="en-US"/>
          </a:p>
        </p:txBody>
      </p:sp>
    </p:spTree>
    <p:extLst>
      <p:ext uri="{BB962C8B-B14F-4D97-AF65-F5344CB8AC3E}">
        <p14:creationId xmlns:p14="http://schemas.microsoft.com/office/powerpoint/2010/main" val="574061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a:t>
            </a:r>
          </a:p>
        </p:txBody>
      </p:sp>
      <p:sp>
        <p:nvSpPr>
          <p:cNvPr id="4" name="Slide Number Placeholder 3"/>
          <p:cNvSpPr>
            <a:spLocks noGrp="1"/>
          </p:cNvSpPr>
          <p:nvPr>
            <p:ph type="sldNum" sz="quarter" idx="5"/>
          </p:nvPr>
        </p:nvSpPr>
        <p:spPr/>
        <p:txBody>
          <a:bodyPr/>
          <a:lstStyle/>
          <a:p>
            <a:fld id="{6BB7A878-5E39-6145-A3A2-7025944310DD}" type="slidenum">
              <a:rPr lang="en-US" smtClean="0"/>
              <a:t>6</a:t>
            </a:fld>
            <a:endParaRPr lang="en-US"/>
          </a:p>
        </p:txBody>
      </p:sp>
    </p:spTree>
    <p:extLst>
      <p:ext uri="{BB962C8B-B14F-4D97-AF65-F5344CB8AC3E}">
        <p14:creationId xmlns:p14="http://schemas.microsoft.com/office/powerpoint/2010/main" val="1648542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a:t>
            </a:r>
          </a:p>
        </p:txBody>
      </p:sp>
      <p:sp>
        <p:nvSpPr>
          <p:cNvPr id="4" name="Slide Number Placeholder 3"/>
          <p:cNvSpPr>
            <a:spLocks noGrp="1"/>
          </p:cNvSpPr>
          <p:nvPr>
            <p:ph type="sldNum" sz="quarter" idx="5"/>
          </p:nvPr>
        </p:nvSpPr>
        <p:spPr/>
        <p:txBody>
          <a:bodyPr/>
          <a:lstStyle/>
          <a:p>
            <a:fld id="{6BB7A878-5E39-6145-A3A2-7025944310DD}" type="slidenum">
              <a:rPr lang="en-US" smtClean="0"/>
              <a:t>7</a:t>
            </a:fld>
            <a:endParaRPr lang="en-US"/>
          </a:p>
        </p:txBody>
      </p:sp>
    </p:spTree>
    <p:extLst>
      <p:ext uri="{BB962C8B-B14F-4D97-AF65-F5344CB8AC3E}">
        <p14:creationId xmlns:p14="http://schemas.microsoft.com/office/powerpoint/2010/main" val="2498900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2D650-EF33-4DA0-1B08-430015163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4B8F9-3C54-B5AC-418E-0C1CEC763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C8472-4BCA-BD6E-681E-1CEF44160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C6EB1-1BD4-2B10-D45E-62D10D60CDB5}"/>
              </a:ext>
            </a:extLst>
          </p:cNvPr>
          <p:cNvSpPr>
            <a:spLocks noGrp="1"/>
          </p:cNvSpPr>
          <p:nvPr>
            <p:ph type="sldNum" sz="quarter" idx="5"/>
          </p:nvPr>
        </p:nvSpPr>
        <p:spPr/>
        <p:txBody>
          <a:bodyPr/>
          <a:lstStyle/>
          <a:p>
            <a:fld id="{6BB7A878-5E39-6145-A3A2-7025944310DD}" type="slidenum">
              <a:rPr lang="en-US" smtClean="0"/>
              <a:t>8</a:t>
            </a:fld>
            <a:endParaRPr lang="en-US"/>
          </a:p>
        </p:txBody>
      </p:sp>
    </p:spTree>
    <p:extLst>
      <p:ext uri="{BB962C8B-B14F-4D97-AF65-F5344CB8AC3E}">
        <p14:creationId xmlns:p14="http://schemas.microsoft.com/office/powerpoint/2010/main" val="4153604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Supplemental Figure S1</a:t>
            </a:r>
          </a:p>
        </p:txBody>
      </p:sp>
      <p:sp>
        <p:nvSpPr>
          <p:cNvPr id="4" name="Slide Number Placeholder 3"/>
          <p:cNvSpPr>
            <a:spLocks noGrp="1"/>
          </p:cNvSpPr>
          <p:nvPr>
            <p:ph type="sldNum" sz="quarter" idx="5"/>
          </p:nvPr>
        </p:nvSpPr>
        <p:spPr/>
        <p:txBody>
          <a:bodyPr/>
          <a:lstStyle/>
          <a:p>
            <a:fld id="{6BB7A878-5E39-6145-A3A2-7025944310DD}" type="slidenum">
              <a:rPr lang="en-US" smtClean="0"/>
              <a:t>9</a:t>
            </a:fld>
            <a:endParaRPr lang="en-US"/>
          </a:p>
        </p:txBody>
      </p:sp>
    </p:spTree>
    <p:extLst>
      <p:ext uri="{BB962C8B-B14F-4D97-AF65-F5344CB8AC3E}">
        <p14:creationId xmlns:p14="http://schemas.microsoft.com/office/powerpoint/2010/main" val="1913276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Supplemental Figure S2</a:t>
            </a:r>
            <a:endParaRPr lang="en-US" dirty="0"/>
          </a:p>
        </p:txBody>
      </p:sp>
      <p:sp>
        <p:nvSpPr>
          <p:cNvPr id="4" name="Slide Number Placeholder 3"/>
          <p:cNvSpPr>
            <a:spLocks noGrp="1"/>
          </p:cNvSpPr>
          <p:nvPr>
            <p:ph type="sldNum" sz="quarter" idx="5"/>
          </p:nvPr>
        </p:nvSpPr>
        <p:spPr/>
        <p:txBody>
          <a:bodyPr/>
          <a:lstStyle/>
          <a:p>
            <a:fld id="{6BB7A878-5E39-6145-A3A2-7025944310DD}" type="slidenum">
              <a:rPr lang="en-US" smtClean="0"/>
              <a:t>10</a:t>
            </a:fld>
            <a:endParaRPr lang="en-US"/>
          </a:p>
        </p:txBody>
      </p:sp>
    </p:spTree>
    <p:extLst>
      <p:ext uri="{BB962C8B-B14F-4D97-AF65-F5344CB8AC3E}">
        <p14:creationId xmlns:p14="http://schemas.microsoft.com/office/powerpoint/2010/main" val="2433862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Supplemental Figure S3</a:t>
            </a:r>
          </a:p>
        </p:txBody>
      </p:sp>
      <p:sp>
        <p:nvSpPr>
          <p:cNvPr id="4" name="Slide Number Placeholder 3"/>
          <p:cNvSpPr>
            <a:spLocks noGrp="1"/>
          </p:cNvSpPr>
          <p:nvPr>
            <p:ph type="sldNum" sz="quarter" idx="5"/>
          </p:nvPr>
        </p:nvSpPr>
        <p:spPr/>
        <p:txBody>
          <a:bodyPr/>
          <a:lstStyle/>
          <a:p>
            <a:fld id="{6BB7A878-5E39-6145-A3A2-7025944310DD}" type="slidenum">
              <a:rPr lang="en-US" smtClean="0"/>
              <a:t>11</a:t>
            </a:fld>
            <a:endParaRPr lang="en-US"/>
          </a:p>
        </p:txBody>
      </p:sp>
    </p:spTree>
    <p:extLst>
      <p:ext uri="{BB962C8B-B14F-4D97-AF65-F5344CB8AC3E}">
        <p14:creationId xmlns:p14="http://schemas.microsoft.com/office/powerpoint/2010/main" val="1415704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Supplemental Figure S4</a:t>
            </a:r>
          </a:p>
        </p:txBody>
      </p:sp>
      <p:sp>
        <p:nvSpPr>
          <p:cNvPr id="4" name="Slide Number Placeholder 3"/>
          <p:cNvSpPr>
            <a:spLocks noGrp="1"/>
          </p:cNvSpPr>
          <p:nvPr>
            <p:ph type="sldNum" sz="quarter" idx="5"/>
          </p:nvPr>
        </p:nvSpPr>
        <p:spPr/>
        <p:txBody>
          <a:bodyPr/>
          <a:lstStyle/>
          <a:p>
            <a:fld id="{6BB7A878-5E39-6145-A3A2-7025944310DD}" type="slidenum">
              <a:rPr lang="en-US" smtClean="0"/>
              <a:t>12</a:t>
            </a:fld>
            <a:endParaRPr lang="en-US"/>
          </a:p>
        </p:txBody>
      </p:sp>
    </p:spTree>
    <p:extLst>
      <p:ext uri="{BB962C8B-B14F-4D97-AF65-F5344CB8AC3E}">
        <p14:creationId xmlns:p14="http://schemas.microsoft.com/office/powerpoint/2010/main" val="3814076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Supplemental Figure S5</a:t>
            </a:r>
          </a:p>
        </p:txBody>
      </p:sp>
      <p:sp>
        <p:nvSpPr>
          <p:cNvPr id="4" name="Slide Number Placeholder 3"/>
          <p:cNvSpPr>
            <a:spLocks noGrp="1"/>
          </p:cNvSpPr>
          <p:nvPr>
            <p:ph type="sldNum" sz="quarter" idx="5"/>
          </p:nvPr>
        </p:nvSpPr>
        <p:spPr/>
        <p:txBody>
          <a:bodyPr/>
          <a:lstStyle/>
          <a:p>
            <a:fld id="{6BB7A878-5E39-6145-A3A2-7025944310DD}" type="slidenum">
              <a:rPr lang="en-US" smtClean="0"/>
              <a:t>13</a:t>
            </a:fld>
            <a:endParaRPr lang="en-US"/>
          </a:p>
        </p:txBody>
      </p:sp>
    </p:spTree>
    <p:extLst>
      <p:ext uri="{BB962C8B-B14F-4D97-AF65-F5344CB8AC3E}">
        <p14:creationId xmlns:p14="http://schemas.microsoft.com/office/powerpoint/2010/main" val="996739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D0BD-AD91-D108-11CD-71D800AFA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B2DBA4-DACD-427B-E197-9F1BCCD202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C2A2A6-A7AB-3FAE-9306-00A553938EE1}"/>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C9C229EB-5062-0E30-B225-B7924390E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A513E-2A38-0916-9744-713304C64D54}"/>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305087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6347D-7A76-DDFF-8756-A041A7F84C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8C0F5C-BB2D-08C0-5E42-7BEC22EF7B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11A1B-043C-B491-3810-E0F931D3E5A0}"/>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3D8BDF24-1D8F-6198-8C5E-3A586F830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9B2FD-EC72-24D2-CF32-D9040EA85BAC}"/>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248555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AE64-0B19-5099-D525-769D23CC11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A0F6EE-E48C-2A1E-1E7A-F9C09EE653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B270BC-4DA3-1D9F-18E1-B9F7802C1DEB}"/>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C1FAACE5-01E4-1F21-6E40-F5B3645D9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4C061-0120-F522-82FF-635822E4AA7B}"/>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755420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413F-88CD-14D2-A587-16AC47D34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25F116-102F-F902-1FE7-6F139B2A99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6F3CE1-30CF-0017-470D-D81D4DCE2B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0B6202-3722-92CC-7149-D0EA026A4988}"/>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6" name="Footer Placeholder 5">
            <a:extLst>
              <a:ext uri="{FF2B5EF4-FFF2-40B4-BE49-F238E27FC236}">
                <a16:creationId xmlns:a16="http://schemas.microsoft.com/office/drawing/2014/main" id="{27B849E5-A37B-B734-5799-5BB785C68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B178B-E987-908E-D0D7-1B904A3A2DBE}"/>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1939480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0F30-870B-44C5-99C5-61A6A55B6F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29C0FA-0588-7B13-053E-E79352C18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CA56B9-8A81-F2CC-0D50-8446507263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D8262C-64DF-77C0-6C25-82F03C62BD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38ED88-BC00-C732-309C-C506540B4B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433283-DCA3-3C1E-146E-DC265D84E603}"/>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8" name="Footer Placeholder 7">
            <a:extLst>
              <a:ext uri="{FF2B5EF4-FFF2-40B4-BE49-F238E27FC236}">
                <a16:creationId xmlns:a16="http://schemas.microsoft.com/office/drawing/2014/main" id="{E47D39DA-B282-9674-183B-5A1572F7C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8DDC1F-ECA1-0A77-E4DC-D0D55B11EF0E}"/>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269572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AC5F-8E69-6CE5-886F-BC00DC069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B1FE33-D92F-2563-CB3B-F43F9533719E}"/>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4" name="Footer Placeholder 3">
            <a:extLst>
              <a:ext uri="{FF2B5EF4-FFF2-40B4-BE49-F238E27FC236}">
                <a16:creationId xmlns:a16="http://schemas.microsoft.com/office/drawing/2014/main" id="{0C027363-4F96-26C8-7A81-2BA55BC274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62329D-86A0-432A-DCA5-E45791F53449}"/>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767129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8C5BDE-AD3A-7EAC-4E17-9CAEDC30C3F4}"/>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3" name="Footer Placeholder 2">
            <a:extLst>
              <a:ext uri="{FF2B5EF4-FFF2-40B4-BE49-F238E27FC236}">
                <a16:creationId xmlns:a16="http://schemas.microsoft.com/office/drawing/2014/main" id="{F208DBD8-FFFF-6E3E-4591-1294166859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DDD5D8-DEEA-DF20-634F-744DF00CA38A}"/>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2019233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3996-B43F-46F6-94B7-484828FD8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7C09B5-8C7D-F221-B994-7DBB656534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535F83-BB72-9F5A-DFCC-B4B570386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ED9DD-E5FD-B40B-5367-CD670B334D4E}"/>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6" name="Footer Placeholder 5">
            <a:extLst>
              <a:ext uri="{FF2B5EF4-FFF2-40B4-BE49-F238E27FC236}">
                <a16:creationId xmlns:a16="http://schemas.microsoft.com/office/drawing/2014/main" id="{32217502-64FB-98F9-3B02-12A519CA7D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B91196-AC40-247F-90D8-712D81340F41}"/>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2698321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2705-15EB-9F49-5A54-0767829E37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C5D3E-89A4-5C46-D34C-D066688D19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BF5828-8084-F9D9-C2B0-454A62DAE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388944-76E4-7739-4B1C-D5FD962A4A1A}"/>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6" name="Footer Placeholder 5">
            <a:extLst>
              <a:ext uri="{FF2B5EF4-FFF2-40B4-BE49-F238E27FC236}">
                <a16:creationId xmlns:a16="http://schemas.microsoft.com/office/drawing/2014/main" id="{5E07553D-8055-1A7E-76C3-601D0C3D18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603069-7CBA-ABC5-49EE-C10D3820E898}"/>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3871306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0D34-202C-F85C-68D7-3122B288B6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706D0B-0CA3-2C48-9221-BDFAD5B7FD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9B5DC-C060-4DAE-7F6C-3687D9C86E49}"/>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1802DBE2-D8CD-42BA-6B73-82F3B4B0FB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58137-EA2E-68F6-2355-E4AE8CA365AB}"/>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46267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89B326-E9E2-8C44-35D7-44CC43626B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4B2707-ADEE-6764-5D0B-570FB4C90D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28743-F04B-2E38-D03F-09793CBC1576}"/>
              </a:ext>
            </a:extLst>
          </p:cNvPr>
          <p:cNvSpPr>
            <a:spLocks noGrp="1"/>
          </p:cNvSpPr>
          <p:nvPr>
            <p:ph type="dt" sz="half" idx="10"/>
          </p:nvPr>
        </p:nvSpPr>
        <p:spPr/>
        <p:txBody>
          <a:body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30605D7E-CCC2-6BA3-7282-489B817F9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E6C40-FA6A-C87D-871D-80D23A460E5F}"/>
              </a:ext>
            </a:extLst>
          </p:cNvPr>
          <p:cNvSpPr>
            <a:spLocks noGrp="1"/>
          </p:cNvSpPr>
          <p:nvPr>
            <p:ph type="sldNum" sz="quarter" idx="12"/>
          </p:nvPr>
        </p:nvSpPr>
        <p:spPr/>
        <p:txBody>
          <a:bodyPr/>
          <a:lstStyle/>
          <a:p>
            <a:fld id="{461494F8-A3AC-6145-BEBC-A59F0115CB44}" type="slidenum">
              <a:rPr lang="en-US" smtClean="0"/>
              <a:t>‹#›</a:t>
            </a:fld>
            <a:endParaRPr lang="en-US"/>
          </a:p>
        </p:txBody>
      </p:sp>
    </p:spTree>
    <p:extLst>
      <p:ext uri="{BB962C8B-B14F-4D97-AF65-F5344CB8AC3E}">
        <p14:creationId xmlns:p14="http://schemas.microsoft.com/office/powerpoint/2010/main" val="3436046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EC7371-8584-A5C7-8B93-08CBF139E8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3CF8FC-DCB5-D7CA-A8B4-60820ACE8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E8060-E2C2-4BA6-EF38-7663A4138C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66DE56-A318-0A48-A3AA-E3B2FAE5D501}" type="datetimeFigureOut">
              <a:rPr lang="en-US" smtClean="0"/>
              <a:t>12/10/25</a:t>
            </a:fld>
            <a:endParaRPr lang="en-US"/>
          </a:p>
        </p:txBody>
      </p:sp>
      <p:sp>
        <p:nvSpPr>
          <p:cNvPr id="5" name="Footer Placeholder 4">
            <a:extLst>
              <a:ext uri="{FF2B5EF4-FFF2-40B4-BE49-F238E27FC236}">
                <a16:creationId xmlns:a16="http://schemas.microsoft.com/office/drawing/2014/main" id="{8CF62E17-DAF6-EEB2-8FB4-250136D54C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5CBA14-B303-FF75-3B4C-295EB80271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1494F8-A3AC-6145-BEBC-A59F0115CB44}" type="slidenum">
              <a:rPr lang="en-US" smtClean="0"/>
              <a:t>‹#›</a:t>
            </a:fld>
            <a:endParaRPr lang="en-US"/>
          </a:p>
        </p:txBody>
      </p:sp>
    </p:spTree>
    <p:extLst>
      <p:ext uri="{BB962C8B-B14F-4D97-AF65-F5344CB8AC3E}">
        <p14:creationId xmlns:p14="http://schemas.microsoft.com/office/powerpoint/2010/main" val="396048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A774C-BABB-FCA3-BF4E-D8719CC40A67}"/>
              </a:ext>
            </a:extLst>
          </p:cNvPr>
          <p:cNvSpPr>
            <a:spLocks noGrp="1"/>
          </p:cNvSpPr>
          <p:nvPr>
            <p:ph type="title"/>
          </p:nvPr>
        </p:nvSpPr>
        <p:spPr>
          <a:xfrm>
            <a:off x="0" y="436418"/>
            <a:ext cx="12192000" cy="5985164"/>
          </a:xfrm>
        </p:spPr>
        <p:txBody>
          <a:bodyPr>
            <a:normAutofit/>
          </a:bodyPr>
          <a:lstStyle/>
          <a:p>
            <a:pPr algn="ctr"/>
            <a:r>
              <a:rPr lang="en-US" b="1" dirty="0">
                <a:latin typeface="Avenir Book" panose="02000503020000020003" pitchFamily="2" charset="0"/>
              </a:rPr>
              <a:t>Some figures were manually re-drawn in </a:t>
            </a:r>
            <a:r>
              <a:rPr lang="en-US" b="1" dirty="0" err="1">
                <a:latin typeface="Avenir Book" panose="02000503020000020003" pitchFamily="2" charset="0"/>
              </a:rPr>
              <a:t>Powerpoint</a:t>
            </a:r>
            <a:r>
              <a:rPr lang="en-US" b="1" dirty="0">
                <a:latin typeface="Avenir Book" panose="02000503020000020003" pitchFamily="2" charset="0"/>
              </a:rPr>
              <a:t> to maximize font size and </a:t>
            </a:r>
            <a:br>
              <a:rPr lang="en-US" b="1" dirty="0">
                <a:latin typeface="Avenir Book" panose="02000503020000020003" pitchFamily="2" charset="0"/>
              </a:rPr>
            </a:br>
            <a:r>
              <a:rPr lang="en-US" b="1" dirty="0">
                <a:latin typeface="Avenir Book" panose="02000503020000020003" pitchFamily="2" charset="0"/>
              </a:rPr>
              <a:t>minimize white space.</a:t>
            </a:r>
            <a:br>
              <a:rPr lang="en-US" b="1" dirty="0">
                <a:latin typeface="Avenir Book" panose="02000503020000020003" pitchFamily="2" charset="0"/>
              </a:rPr>
            </a:br>
            <a:br>
              <a:rPr lang="en-US" b="1" dirty="0">
                <a:latin typeface="Avenir Book" panose="02000503020000020003" pitchFamily="2" charset="0"/>
              </a:rPr>
            </a:br>
            <a:r>
              <a:rPr lang="en-US" b="1" dirty="0">
                <a:latin typeface="Avenir Book" panose="02000503020000020003" pitchFamily="2" charset="0"/>
              </a:rPr>
              <a:t>Some figures were manually annotated in </a:t>
            </a:r>
            <a:r>
              <a:rPr lang="en-US" b="1" dirty="0" err="1">
                <a:latin typeface="Avenir Book" panose="02000503020000020003" pitchFamily="2" charset="0"/>
              </a:rPr>
              <a:t>Powerpoint</a:t>
            </a:r>
            <a:r>
              <a:rPr lang="en-US" b="1" dirty="0">
                <a:latin typeface="Avenir Book" panose="02000503020000020003" pitchFamily="2" charset="0"/>
              </a:rPr>
              <a:t> to add further data labels.</a:t>
            </a:r>
            <a:br>
              <a:rPr lang="en-US" b="1" dirty="0">
                <a:latin typeface="Avenir Book" panose="02000503020000020003" pitchFamily="2" charset="0"/>
              </a:rPr>
            </a:br>
            <a:br>
              <a:rPr lang="en-US" b="1" dirty="0">
                <a:latin typeface="Avenir Book" panose="02000503020000020003" pitchFamily="2" charset="0"/>
              </a:rPr>
            </a:br>
            <a:r>
              <a:rPr lang="en-US" b="1" dirty="0">
                <a:latin typeface="Avenir Book" panose="02000503020000020003" pitchFamily="2" charset="0"/>
              </a:rPr>
              <a:t>Some figures were created in </a:t>
            </a:r>
            <a:r>
              <a:rPr lang="en-US" b="1" dirty="0" err="1">
                <a:latin typeface="Avenir Book" panose="02000503020000020003" pitchFamily="2" charset="0"/>
              </a:rPr>
              <a:t>Powerpoint</a:t>
            </a:r>
            <a:r>
              <a:rPr lang="en-US" b="1" dirty="0">
                <a:latin typeface="Avenir Book" panose="02000503020000020003" pitchFamily="2" charset="0"/>
              </a:rPr>
              <a:t> by combining individual plots.</a:t>
            </a:r>
          </a:p>
        </p:txBody>
      </p:sp>
    </p:spTree>
    <p:extLst>
      <p:ext uri="{BB962C8B-B14F-4D97-AF65-F5344CB8AC3E}">
        <p14:creationId xmlns:p14="http://schemas.microsoft.com/office/powerpoint/2010/main" val="3165191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3029F81-AAC2-8B95-3206-E02423B78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96B67-DCB7-C5E2-81D8-67D52857CD8F}"/>
              </a:ext>
            </a:extLst>
          </p:cNvPr>
          <p:cNvSpPr>
            <a:spLocks noGrp="1"/>
          </p:cNvSpPr>
          <p:nvPr>
            <p:ph type="title"/>
          </p:nvPr>
        </p:nvSpPr>
        <p:spPr>
          <a:xfrm>
            <a:off x="0" y="2766218"/>
            <a:ext cx="12192000" cy="1325563"/>
          </a:xfrm>
        </p:spPr>
        <p:txBody>
          <a:bodyPr/>
          <a:lstStyle/>
          <a:p>
            <a:pPr algn="ctr"/>
            <a:r>
              <a:rPr lang="en-US" b="1" dirty="0">
                <a:solidFill>
                  <a:schemeClr val="bg1"/>
                </a:solidFill>
                <a:latin typeface="Avenir Book" panose="02000503020000020003" pitchFamily="2" charset="0"/>
              </a:rPr>
              <a:t>Main Text</a:t>
            </a:r>
          </a:p>
        </p:txBody>
      </p:sp>
    </p:spTree>
    <p:extLst>
      <p:ext uri="{BB962C8B-B14F-4D97-AF65-F5344CB8AC3E}">
        <p14:creationId xmlns:p14="http://schemas.microsoft.com/office/powerpoint/2010/main" val="2241844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F2B81-10A1-70BE-7EEC-6244300F5E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DFD344-80C8-7862-A868-B21CCEB36FE1}"/>
              </a:ext>
            </a:extLst>
          </p:cNvPr>
          <p:cNvSpPr txBox="1"/>
          <p:nvPr/>
        </p:nvSpPr>
        <p:spPr>
          <a:xfrm rot="16200000">
            <a:off x="3425348" y="548407"/>
            <a:ext cx="1828800" cy="276999"/>
          </a:xfrm>
          <a:prstGeom prst="rect">
            <a:avLst/>
          </a:prstGeom>
          <a:solidFill>
            <a:srgbClr val="0C2E73"/>
          </a:solidFill>
        </p:spPr>
        <p:txBody>
          <a:bodyPr wrap="square" rtlCol="0" anchor="ctr">
            <a:spAutoFit/>
          </a:bodyPr>
          <a:lstStyle/>
          <a:p>
            <a:pPr algn="ctr"/>
            <a:r>
              <a:rPr lang="en-US" sz="1200" b="1" dirty="0">
                <a:solidFill>
                  <a:schemeClr val="bg1"/>
                </a:solidFill>
                <a:latin typeface="Avenir Book" panose="02000503020000020003" pitchFamily="2" charset="0"/>
              </a:rPr>
              <a:t>Flanker</a:t>
            </a:r>
          </a:p>
        </p:txBody>
      </p:sp>
      <p:pic>
        <p:nvPicPr>
          <p:cNvPr id="4" name="Picture 3">
            <a:extLst>
              <a:ext uri="{FF2B5EF4-FFF2-40B4-BE49-F238E27FC236}">
                <a16:creationId xmlns:a16="http://schemas.microsoft.com/office/drawing/2014/main" id="{2ADD8891-2E3F-5D7D-44AE-7B887C98786B}"/>
              </a:ext>
            </a:extLst>
          </p:cNvPr>
          <p:cNvPicPr>
            <a:picLocks noChangeAspect="1"/>
          </p:cNvPicPr>
          <p:nvPr/>
        </p:nvPicPr>
        <p:blipFill>
          <a:blip r:embed="rId3"/>
          <a:srcRect/>
          <a:stretch/>
        </p:blipFill>
        <p:spPr>
          <a:xfrm>
            <a:off x="6343988" y="-228599"/>
            <a:ext cx="1828800" cy="1828800"/>
          </a:xfrm>
          <a:prstGeom prst="rect">
            <a:avLst/>
          </a:prstGeom>
        </p:spPr>
      </p:pic>
      <p:pic>
        <p:nvPicPr>
          <p:cNvPr id="8" name="Picture 7">
            <a:extLst>
              <a:ext uri="{FF2B5EF4-FFF2-40B4-BE49-F238E27FC236}">
                <a16:creationId xmlns:a16="http://schemas.microsoft.com/office/drawing/2014/main" id="{71BFFE99-CFE3-6CC8-8378-7786EEA4BFA6}"/>
              </a:ext>
            </a:extLst>
          </p:cNvPr>
          <p:cNvPicPr>
            <a:picLocks noChangeAspect="1"/>
          </p:cNvPicPr>
          <p:nvPr/>
        </p:nvPicPr>
        <p:blipFill>
          <a:blip r:embed="rId4"/>
          <a:srcRect/>
          <a:stretch/>
        </p:blipFill>
        <p:spPr>
          <a:xfrm>
            <a:off x="4515198" y="-227494"/>
            <a:ext cx="1828800" cy="1828800"/>
          </a:xfrm>
          <a:prstGeom prst="rect">
            <a:avLst/>
          </a:prstGeom>
        </p:spPr>
      </p:pic>
      <p:sp>
        <p:nvSpPr>
          <p:cNvPr id="9" name="TextBox 8">
            <a:extLst>
              <a:ext uri="{FF2B5EF4-FFF2-40B4-BE49-F238E27FC236}">
                <a16:creationId xmlns:a16="http://schemas.microsoft.com/office/drawing/2014/main" id="{F0EE289B-9460-FC42-4EE7-35869F45FEBC}"/>
              </a:ext>
            </a:extLst>
          </p:cNvPr>
          <p:cNvSpPr txBox="1"/>
          <p:nvPr/>
        </p:nvSpPr>
        <p:spPr>
          <a:xfrm rot="16200000">
            <a:off x="3425348" y="2378312"/>
            <a:ext cx="1828800" cy="276999"/>
          </a:xfrm>
          <a:prstGeom prst="rect">
            <a:avLst/>
          </a:prstGeom>
          <a:solidFill>
            <a:srgbClr val="1A6591"/>
          </a:solidFill>
        </p:spPr>
        <p:txBody>
          <a:bodyPr wrap="square" rtlCol="0" anchor="ctr">
            <a:spAutoFit/>
          </a:bodyPr>
          <a:lstStyle/>
          <a:p>
            <a:pPr algn="ctr"/>
            <a:r>
              <a:rPr lang="en-US" sz="1200" b="1" dirty="0">
                <a:solidFill>
                  <a:schemeClr val="bg1"/>
                </a:solidFill>
                <a:latin typeface="Avenir Book" panose="02000503020000020003" pitchFamily="2" charset="0"/>
              </a:rPr>
              <a:t>DCCS</a:t>
            </a:r>
          </a:p>
        </p:txBody>
      </p:sp>
      <p:sp>
        <p:nvSpPr>
          <p:cNvPr id="10" name="TextBox 9">
            <a:extLst>
              <a:ext uri="{FF2B5EF4-FFF2-40B4-BE49-F238E27FC236}">
                <a16:creationId xmlns:a16="http://schemas.microsoft.com/office/drawing/2014/main" id="{53E93DE8-0FEB-84C0-1FD4-AF7761F3BEBD}"/>
              </a:ext>
            </a:extLst>
          </p:cNvPr>
          <p:cNvSpPr txBox="1"/>
          <p:nvPr/>
        </p:nvSpPr>
        <p:spPr>
          <a:xfrm rot="16200000">
            <a:off x="3425346" y="4207112"/>
            <a:ext cx="1828800" cy="276999"/>
          </a:xfrm>
          <a:prstGeom prst="rect">
            <a:avLst/>
          </a:prstGeom>
          <a:solidFill>
            <a:srgbClr val="8BBCD0"/>
          </a:solidFill>
        </p:spPr>
        <p:txBody>
          <a:bodyPr wrap="square" rtlCol="0" anchor="ctr">
            <a:spAutoFit/>
          </a:bodyPr>
          <a:lstStyle/>
          <a:p>
            <a:pPr algn="ctr"/>
            <a:r>
              <a:rPr lang="en-US" sz="1200" b="1" dirty="0">
                <a:solidFill>
                  <a:schemeClr val="bg1"/>
                </a:solidFill>
                <a:latin typeface="Avenir Book" panose="02000503020000020003" pitchFamily="2" charset="0"/>
              </a:rPr>
              <a:t>Pattern Comparison</a:t>
            </a:r>
          </a:p>
        </p:txBody>
      </p:sp>
      <p:sp>
        <p:nvSpPr>
          <p:cNvPr id="11" name="TextBox 10">
            <a:extLst>
              <a:ext uri="{FF2B5EF4-FFF2-40B4-BE49-F238E27FC236}">
                <a16:creationId xmlns:a16="http://schemas.microsoft.com/office/drawing/2014/main" id="{E6B407CE-E4E1-453C-5687-A16DF05DDF97}"/>
              </a:ext>
            </a:extLst>
          </p:cNvPr>
          <p:cNvSpPr txBox="1"/>
          <p:nvPr/>
        </p:nvSpPr>
        <p:spPr>
          <a:xfrm rot="16200000">
            <a:off x="3425345" y="6035912"/>
            <a:ext cx="1828800" cy="276999"/>
          </a:xfrm>
          <a:prstGeom prst="rect">
            <a:avLst/>
          </a:prstGeom>
          <a:solidFill>
            <a:srgbClr val="2C6159"/>
          </a:solidFill>
        </p:spPr>
        <p:txBody>
          <a:bodyPr wrap="square" rtlCol="0" anchor="ctr">
            <a:spAutoFit/>
          </a:bodyPr>
          <a:lstStyle/>
          <a:p>
            <a:pPr algn="ctr"/>
            <a:r>
              <a:rPr lang="en-US" sz="1200" b="1" dirty="0">
                <a:solidFill>
                  <a:schemeClr val="bg1"/>
                </a:solidFill>
                <a:latin typeface="Avenir Book" panose="02000503020000020003" pitchFamily="2" charset="0"/>
              </a:rPr>
              <a:t>PSMT</a:t>
            </a:r>
          </a:p>
        </p:txBody>
      </p:sp>
      <p:sp>
        <p:nvSpPr>
          <p:cNvPr id="12" name="TextBox 11">
            <a:extLst>
              <a:ext uri="{FF2B5EF4-FFF2-40B4-BE49-F238E27FC236}">
                <a16:creationId xmlns:a16="http://schemas.microsoft.com/office/drawing/2014/main" id="{D1898274-683D-4E1D-6361-66F128C50108}"/>
              </a:ext>
            </a:extLst>
          </p:cNvPr>
          <p:cNvSpPr txBox="1"/>
          <p:nvPr/>
        </p:nvSpPr>
        <p:spPr>
          <a:xfrm rot="16200000">
            <a:off x="3425346" y="7864711"/>
            <a:ext cx="1828800" cy="276999"/>
          </a:xfrm>
          <a:prstGeom prst="rect">
            <a:avLst/>
          </a:prstGeom>
          <a:solidFill>
            <a:srgbClr val="57A384"/>
          </a:solidFill>
        </p:spPr>
        <p:txBody>
          <a:bodyPr wrap="square" rtlCol="0" anchor="ctr">
            <a:spAutoFit/>
          </a:bodyPr>
          <a:lstStyle/>
          <a:p>
            <a:pPr algn="ctr"/>
            <a:r>
              <a:rPr lang="en-US" sz="1200" b="1" dirty="0">
                <a:solidFill>
                  <a:schemeClr val="bg1"/>
                </a:solidFill>
                <a:latin typeface="Avenir Book" panose="02000503020000020003" pitchFamily="2" charset="0"/>
              </a:rPr>
              <a:t>List Sorting</a:t>
            </a:r>
          </a:p>
        </p:txBody>
      </p:sp>
      <p:pic>
        <p:nvPicPr>
          <p:cNvPr id="14" name="Picture 13">
            <a:extLst>
              <a:ext uri="{FF2B5EF4-FFF2-40B4-BE49-F238E27FC236}">
                <a16:creationId xmlns:a16="http://schemas.microsoft.com/office/drawing/2014/main" id="{672EEF29-4160-7B12-407C-EE39AF772A84}"/>
              </a:ext>
            </a:extLst>
          </p:cNvPr>
          <p:cNvPicPr>
            <a:picLocks noChangeAspect="1"/>
          </p:cNvPicPr>
          <p:nvPr/>
        </p:nvPicPr>
        <p:blipFill>
          <a:blip r:embed="rId5"/>
          <a:srcRect/>
          <a:stretch/>
        </p:blipFill>
        <p:spPr>
          <a:xfrm>
            <a:off x="4515197" y="1602411"/>
            <a:ext cx="1828800" cy="1828800"/>
          </a:xfrm>
          <a:prstGeom prst="rect">
            <a:avLst/>
          </a:prstGeom>
        </p:spPr>
      </p:pic>
      <p:pic>
        <p:nvPicPr>
          <p:cNvPr id="20" name="Picture 19">
            <a:extLst>
              <a:ext uri="{FF2B5EF4-FFF2-40B4-BE49-F238E27FC236}">
                <a16:creationId xmlns:a16="http://schemas.microsoft.com/office/drawing/2014/main" id="{4B14D356-8471-F955-1BAF-01EC3AFE2911}"/>
              </a:ext>
            </a:extLst>
          </p:cNvPr>
          <p:cNvPicPr>
            <a:picLocks noChangeAspect="1"/>
          </p:cNvPicPr>
          <p:nvPr/>
        </p:nvPicPr>
        <p:blipFill>
          <a:blip r:embed="rId6"/>
          <a:srcRect/>
          <a:stretch/>
        </p:blipFill>
        <p:spPr>
          <a:xfrm>
            <a:off x="6343988" y="1600200"/>
            <a:ext cx="1828800" cy="1828800"/>
          </a:xfrm>
          <a:prstGeom prst="rect">
            <a:avLst/>
          </a:prstGeom>
        </p:spPr>
      </p:pic>
      <p:pic>
        <p:nvPicPr>
          <p:cNvPr id="22" name="Picture 21">
            <a:extLst>
              <a:ext uri="{FF2B5EF4-FFF2-40B4-BE49-F238E27FC236}">
                <a16:creationId xmlns:a16="http://schemas.microsoft.com/office/drawing/2014/main" id="{95C999DC-94F0-101A-25BB-BC603E3010B8}"/>
              </a:ext>
            </a:extLst>
          </p:cNvPr>
          <p:cNvPicPr>
            <a:picLocks noChangeAspect="1"/>
          </p:cNvPicPr>
          <p:nvPr/>
        </p:nvPicPr>
        <p:blipFill>
          <a:blip r:embed="rId7"/>
          <a:srcRect/>
          <a:stretch/>
        </p:blipFill>
        <p:spPr>
          <a:xfrm>
            <a:off x="4515194" y="3430106"/>
            <a:ext cx="1828800" cy="1828800"/>
          </a:xfrm>
          <a:prstGeom prst="rect">
            <a:avLst/>
          </a:prstGeom>
        </p:spPr>
      </p:pic>
      <p:pic>
        <p:nvPicPr>
          <p:cNvPr id="26" name="Picture 25">
            <a:extLst>
              <a:ext uri="{FF2B5EF4-FFF2-40B4-BE49-F238E27FC236}">
                <a16:creationId xmlns:a16="http://schemas.microsoft.com/office/drawing/2014/main" id="{524BE7E4-43E5-CAEB-EB06-4D964B7AC65B}"/>
              </a:ext>
            </a:extLst>
          </p:cNvPr>
          <p:cNvPicPr>
            <a:picLocks noChangeAspect="1"/>
          </p:cNvPicPr>
          <p:nvPr/>
        </p:nvPicPr>
        <p:blipFill>
          <a:blip r:embed="rId8"/>
          <a:srcRect/>
          <a:stretch/>
        </p:blipFill>
        <p:spPr>
          <a:xfrm>
            <a:off x="6343984" y="3428999"/>
            <a:ext cx="1828800" cy="1828800"/>
          </a:xfrm>
          <a:prstGeom prst="rect">
            <a:avLst/>
          </a:prstGeom>
        </p:spPr>
      </p:pic>
      <p:pic>
        <p:nvPicPr>
          <p:cNvPr id="28" name="Picture 27">
            <a:extLst>
              <a:ext uri="{FF2B5EF4-FFF2-40B4-BE49-F238E27FC236}">
                <a16:creationId xmlns:a16="http://schemas.microsoft.com/office/drawing/2014/main" id="{32D9862B-1460-5D2F-F00C-90C4120071C4}"/>
              </a:ext>
            </a:extLst>
          </p:cNvPr>
          <p:cNvPicPr>
            <a:picLocks noChangeAspect="1"/>
          </p:cNvPicPr>
          <p:nvPr/>
        </p:nvPicPr>
        <p:blipFill>
          <a:blip r:embed="rId9"/>
          <a:srcRect/>
          <a:stretch/>
        </p:blipFill>
        <p:spPr>
          <a:xfrm>
            <a:off x="4515188" y="5260010"/>
            <a:ext cx="1828800" cy="1828800"/>
          </a:xfrm>
          <a:prstGeom prst="rect">
            <a:avLst/>
          </a:prstGeom>
        </p:spPr>
      </p:pic>
      <p:pic>
        <p:nvPicPr>
          <p:cNvPr id="32" name="Picture 31">
            <a:extLst>
              <a:ext uri="{FF2B5EF4-FFF2-40B4-BE49-F238E27FC236}">
                <a16:creationId xmlns:a16="http://schemas.microsoft.com/office/drawing/2014/main" id="{3712E19E-CBBF-9066-E835-FF5F67A50E12}"/>
              </a:ext>
            </a:extLst>
          </p:cNvPr>
          <p:cNvPicPr>
            <a:picLocks noChangeAspect="1"/>
          </p:cNvPicPr>
          <p:nvPr/>
        </p:nvPicPr>
        <p:blipFill>
          <a:blip r:embed="rId10"/>
          <a:srcRect/>
          <a:stretch/>
        </p:blipFill>
        <p:spPr>
          <a:xfrm>
            <a:off x="6343971" y="5260010"/>
            <a:ext cx="1828800" cy="1828800"/>
          </a:xfrm>
          <a:prstGeom prst="rect">
            <a:avLst/>
          </a:prstGeom>
        </p:spPr>
      </p:pic>
      <p:pic>
        <p:nvPicPr>
          <p:cNvPr id="34" name="Picture 33">
            <a:extLst>
              <a:ext uri="{FF2B5EF4-FFF2-40B4-BE49-F238E27FC236}">
                <a16:creationId xmlns:a16="http://schemas.microsoft.com/office/drawing/2014/main" id="{74E03FAB-6A4C-9D7F-AB21-2A334A85003F}"/>
              </a:ext>
            </a:extLst>
          </p:cNvPr>
          <p:cNvPicPr>
            <a:picLocks noChangeAspect="1"/>
          </p:cNvPicPr>
          <p:nvPr/>
        </p:nvPicPr>
        <p:blipFill>
          <a:blip r:embed="rId11"/>
          <a:srcRect/>
          <a:stretch/>
        </p:blipFill>
        <p:spPr>
          <a:xfrm>
            <a:off x="4515184" y="7088810"/>
            <a:ext cx="1828800" cy="1828800"/>
          </a:xfrm>
          <a:prstGeom prst="rect">
            <a:avLst/>
          </a:prstGeom>
        </p:spPr>
      </p:pic>
      <p:pic>
        <p:nvPicPr>
          <p:cNvPr id="38" name="Picture 37">
            <a:extLst>
              <a:ext uri="{FF2B5EF4-FFF2-40B4-BE49-F238E27FC236}">
                <a16:creationId xmlns:a16="http://schemas.microsoft.com/office/drawing/2014/main" id="{B7A5F5B1-2AF8-28C0-D80C-330D742226D6}"/>
              </a:ext>
            </a:extLst>
          </p:cNvPr>
          <p:cNvPicPr>
            <a:picLocks noChangeAspect="1"/>
          </p:cNvPicPr>
          <p:nvPr/>
        </p:nvPicPr>
        <p:blipFill>
          <a:blip r:embed="rId12"/>
          <a:srcRect/>
          <a:stretch/>
        </p:blipFill>
        <p:spPr>
          <a:xfrm>
            <a:off x="6343958" y="7088810"/>
            <a:ext cx="1828800" cy="1828800"/>
          </a:xfrm>
          <a:prstGeom prst="rect">
            <a:avLst/>
          </a:prstGeom>
        </p:spPr>
      </p:pic>
      <p:sp>
        <p:nvSpPr>
          <p:cNvPr id="39" name="TextBox 38">
            <a:extLst>
              <a:ext uri="{FF2B5EF4-FFF2-40B4-BE49-F238E27FC236}">
                <a16:creationId xmlns:a16="http://schemas.microsoft.com/office/drawing/2014/main" id="{DB0BC0DA-B896-4484-F163-446966DA8ABA}"/>
              </a:ext>
            </a:extLst>
          </p:cNvPr>
          <p:cNvSpPr txBox="1"/>
          <p:nvPr/>
        </p:nvSpPr>
        <p:spPr>
          <a:xfrm>
            <a:off x="4429362" y="-528868"/>
            <a:ext cx="417102" cy="369332"/>
          </a:xfrm>
          <a:prstGeom prst="rect">
            <a:avLst/>
          </a:prstGeom>
          <a:noFill/>
        </p:spPr>
        <p:txBody>
          <a:bodyPr wrap="none" rtlCol="0">
            <a:spAutoFit/>
          </a:bodyPr>
          <a:lstStyle/>
          <a:p>
            <a:pPr algn="ctr"/>
            <a:r>
              <a:rPr lang="en-US" b="1" dirty="0">
                <a:latin typeface="Avenir Book" panose="02000503020000020003" pitchFamily="2" charset="0"/>
              </a:rPr>
              <a:t>A.</a:t>
            </a:r>
          </a:p>
        </p:txBody>
      </p:sp>
      <p:sp>
        <p:nvSpPr>
          <p:cNvPr id="40" name="TextBox 39">
            <a:extLst>
              <a:ext uri="{FF2B5EF4-FFF2-40B4-BE49-F238E27FC236}">
                <a16:creationId xmlns:a16="http://schemas.microsoft.com/office/drawing/2014/main" id="{E4D160FA-3B37-E5E1-1475-D1620113D581}"/>
              </a:ext>
            </a:extLst>
          </p:cNvPr>
          <p:cNvSpPr txBox="1"/>
          <p:nvPr/>
        </p:nvSpPr>
        <p:spPr>
          <a:xfrm>
            <a:off x="6238912" y="-528868"/>
            <a:ext cx="404278" cy="369332"/>
          </a:xfrm>
          <a:prstGeom prst="rect">
            <a:avLst/>
          </a:prstGeom>
          <a:noFill/>
        </p:spPr>
        <p:txBody>
          <a:bodyPr wrap="none" rtlCol="0">
            <a:spAutoFit/>
          </a:bodyPr>
          <a:lstStyle/>
          <a:p>
            <a:pPr algn="ctr"/>
            <a:r>
              <a:rPr lang="en-US" b="1" dirty="0">
                <a:latin typeface="Avenir Book" panose="02000503020000020003" pitchFamily="2" charset="0"/>
              </a:rPr>
              <a:t>B.</a:t>
            </a:r>
          </a:p>
        </p:txBody>
      </p:sp>
    </p:spTree>
    <p:extLst>
      <p:ext uri="{BB962C8B-B14F-4D97-AF65-F5344CB8AC3E}">
        <p14:creationId xmlns:p14="http://schemas.microsoft.com/office/powerpoint/2010/main" val="402320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CC9D-A59B-49FD-1062-18E1FD088B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36D9FD9-F545-A0A7-A62F-1D129894206C}"/>
              </a:ext>
            </a:extLst>
          </p:cNvPr>
          <p:cNvPicPr>
            <a:picLocks noChangeAspect="1"/>
          </p:cNvPicPr>
          <p:nvPr/>
        </p:nvPicPr>
        <p:blipFill>
          <a:blip r:embed="rId3"/>
          <a:srcRect/>
          <a:stretch/>
        </p:blipFill>
        <p:spPr>
          <a:xfrm>
            <a:off x="1668567" y="1160694"/>
            <a:ext cx="4572000" cy="4572000"/>
          </a:xfrm>
          <a:prstGeom prst="rect">
            <a:avLst/>
          </a:prstGeom>
        </p:spPr>
      </p:pic>
      <p:pic>
        <p:nvPicPr>
          <p:cNvPr id="3" name="Picture 2">
            <a:extLst>
              <a:ext uri="{FF2B5EF4-FFF2-40B4-BE49-F238E27FC236}">
                <a16:creationId xmlns:a16="http://schemas.microsoft.com/office/drawing/2014/main" id="{F0527353-67EE-86F5-01B4-57A280B59D18}"/>
              </a:ext>
            </a:extLst>
          </p:cNvPr>
          <p:cNvPicPr>
            <a:picLocks noChangeAspect="1"/>
          </p:cNvPicPr>
          <p:nvPr/>
        </p:nvPicPr>
        <p:blipFill>
          <a:blip r:embed="rId4"/>
          <a:srcRect/>
          <a:stretch/>
        </p:blipFill>
        <p:spPr>
          <a:xfrm>
            <a:off x="6240567" y="1160694"/>
            <a:ext cx="4572000" cy="4572000"/>
          </a:xfrm>
          <a:prstGeom prst="rect">
            <a:avLst/>
          </a:prstGeom>
        </p:spPr>
      </p:pic>
      <p:sp>
        <p:nvSpPr>
          <p:cNvPr id="4" name="TextBox 3">
            <a:extLst>
              <a:ext uri="{FF2B5EF4-FFF2-40B4-BE49-F238E27FC236}">
                <a16:creationId xmlns:a16="http://schemas.microsoft.com/office/drawing/2014/main" id="{7AAF4571-DCA6-4E4E-33B1-F22BB4D28C42}"/>
              </a:ext>
            </a:extLst>
          </p:cNvPr>
          <p:cNvSpPr txBox="1"/>
          <p:nvPr/>
        </p:nvSpPr>
        <p:spPr>
          <a:xfrm>
            <a:off x="6140359" y="1125969"/>
            <a:ext cx="404278" cy="369332"/>
          </a:xfrm>
          <a:prstGeom prst="rect">
            <a:avLst/>
          </a:prstGeom>
          <a:noFill/>
        </p:spPr>
        <p:txBody>
          <a:bodyPr wrap="none" rtlCol="0">
            <a:spAutoFit/>
          </a:bodyPr>
          <a:lstStyle/>
          <a:p>
            <a:pPr algn="ctr"/>
            <a:r>
              <a:rPr lang="en-US" b="1" dirty="0">
                <a:latin typeface="Avenir Book" panose="02000503020000020003" pitchFamily="2" charset="0"/>
              </a:rPr>
              <a:t>B.</a:t>
            </a:r>
          </a:p>
        </p:txBody>
      </p:sp>
      <p:sp>
        <p:nvSpPr>
          <p:cNvPr id="5" name="TextBox 4">
            <a:extLst>
              <a:ext uri="{FF2B5EF4-FFF2-40B4-BE49-F238E27FC236}">
                <a16:creationId xmlns:a16="http://schemas.microsoft.com/office/drawing/2014/main" id="{F8D19E90-A5B8-9B64-A5AF-07051EE3E4FF}"/>
              </a:ext>
            </a:extLst>
          </p:cNvPr>
          <p:cNvSpPr txBox="1"/>
          <p:nvPr/>
        </p:nvSpPr>
        <p:spPr>
          <a:xfrm>
            <a:off x="1568359" y="1125969"/>
            <a:ext cx="417102" cy="369332"/>
          </a:xfrm>
          <a:prstGeom prst="rect">
            <a:avLst/>
          </a:prstGeom>
          <a:noFill/>
        </p:spPr>
        <p:txBody>
          <a:bodyPr wrap="none" rtlCol="0">
            <a:spAutoFit/>
          </a:bodyPr>
          <a:lstStyle/>
          <a:p>
            <a:pPr algn="ctr"/>
            <a:r>
              <a:rPr lang="en-US" b="1" dirty="0">
                <a:latin typeface="Avenir Book" panose="02000503020000020003" pitchFamily="2" charset="0"/>
              </a:rPr>
              <a:t>A.</a:t>
            </a:r>
          </a:p>
        </p:txBody>
      </p:sp>
      <p:sp>
        <p:nvSpPr>
          <p:cNvPr id="7" name="Rounded Rectangle 6">
            <a:extLst>
              <a:ext uri="{FF2B5EF4-FFF2-40B4-BE49-F238E27FC236}">
                <a16:creationId xmlns:a16="http://schemas.microsoft.com/office/drawing/2014/main" id="{5DEEDE32-3627-339E-FE90-F7861187B17B}"/>
              </a:ext>
            </a:extLst>
          </p:cNvPr>
          <p:cNvSpPr/>
          <p:nvPr/>
        </p:nvSpPr>
        <p:spPr>
          <a:xfrm>
            <a:off x="3051901" y="3850071"/>
            <a:ext cx="585216" cy="277586"/>
          </a:xfrm>
          <a:prstGeom prst="roundRect">
            <a:avLst/>
          </a:prstGeom>
          <a:solidFill>
            <a:srgbClr val="0C2E7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latin typeface="Avenir Book" panose="02000503020000020003" pitchFamily="2" charset="0"/>
            </a:endParaRPr>
          </a:p>
        </p:txBody>
      </p:sp>
      <p:sp>
        <p:nvSpPr>
          <p:cNvPr id="13" name="Rounded Rectangle 12">
            <a:extLst>
              <a:ext uri="{FF2B5EF4-FFF2-40B4-BE49-F238E27FC236}">
                <a16:creationId xmlns:a16="http://schemas.microsoft.com/office/drawing/2014/main" id="{82B99BA9-7652-B77B-F89F-FED13850965E}"/>
              </a:ext>
            </a:extLst>
          </p:cNvPr>
          <p:cNvSpPr/>
          <p:nvPr/>
        </p:nvSpPr>
        <p:spPr>
          <a:xfrm>
            <a:off x="3832518" y="3263685"/>
            <a:ext cx="585216" cy="277586"/>
          </a:xfrm>
          <a:prstGeom prst="roundRect">
            <a:avLst/>
          </a:prstGeom>
          <a:solidFill>
            <a:srgbClr val="1A659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latin typeface="Avenir Book" panose="02000503020000020003" pitchFamily="2" charset="0"/>
            </a:endParaRPr>
          </a:p>
        </p:txBody>
      </p:sp>
      <p:sp>
        <p:nvSpPr>
          <p:cNvPr id="14" name="Rounded Rectangle 13">
            <a:extLst>
              <a:ext uri="{FF2B5EF4-FFF2-40B4-BE49-F238E27FC236}">
                <a16:creationId xmlns:a16="http://schemas.microsoft.com/office/drawing/2014/main" id="{3502CD5F-286D-3743-B91B-53D5B668DD5E}"/>
              </a:ext>
            </a:extLst>
          </p:cNvPr>
          <p:cNvSpPr/>
          <p:nvPr/>
        </p:nvSpPr>
        <p:spPr>
          <a:xfrm>
            <a:off x="3192137" y="2696680"/>
            <a:ext cx="585216" cy="277586"/>
          </a:xfrm>
          <a:prstGeom prst="roundRect">
            <a:avLst/>
          </a:prstGeom>
          <a:solidFill>
            <a:srgbClr val="8BBCD0"/>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latin typeface="Avenir Book" panose="02000503020000020003" pitchFamily="2" charset="0"/>
            </a:endParaRPr>
          </a:p>
        </p:txBody>
      </p:sp>
      <p:sp>
        <p:nvSpPr>
          <p:cNvPr id="15" name="Rounded Rectangle 14">
            <a:extLst>
              <a:ext uri="{FF2B5EF4-FFF2-40B4-BE49-F238E27FC236}">
                <a16:creationId xmlns:a16="http://schemas.microsoft.com/office/drawing/2014/main" id="{2A72F84E-6F7C-D3F9-D1D2-1094D3253D34}"/>
              </a:ext>
            </a:extLst>
          </p:cNvPr>
          <p:cNvSpPr/>
          <p:nvPr/>
        </p:nvSpPr>
        <p:spPr>
          <a:xfrm>
            <a:off x="4882738" y="3616234"/>
            <a:ext cx="585216" cy="277586"/>
          </a:xfrm>
          <a:prstGeom prst="roundRect">
            <a:avLst/>
          </a:prstGeom>
          <a:solidFill>
            <a:srgbClr val="2C615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latin typeface="Avenir Book" panose="02000503020000020003" pitchFamily="2" charset="0"/>
            </a:endParaRPr>
          </a:p>
        </p:txBody>
      </p:sp>
      <p:sp>
        <p:nvSpPr>
          <p:cNvPr id="16" name="Rounded Rectangle 15">
            <a:extLst>
              <a:ext uri="{FF2B5EF4-FFF2-40B4-BE49-F238E27FC236}">
                <a16:creationId xmlns:a16="http://schemas.microsoft.com/office/drawing/2014/main" id="{3CD134BC-EE1F-C81E-63B0-AFE1174089ED}"/>
              </a:ext>
            </a:extLst>
          </p:cNvPr>
          <p:cNvSpPr/>
          <p:nvPr/>
        </p:nvSpPr>
        <p:spPr>
          <a:xfrm>
            <a:off x="4563992" y="2733016"/>
            <a:ext cx="585216" cy="277586"/>
          </a:xfrm>
          <a:prstGeom prst="roundRect">
            <a:avLst/>
          </a:prstGeom>
          <a:solidFill>
            <a:srgbClr val="57A384"/>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latin typeface="Avenir Book" panose="02000503020000020003" pitchFamily="2" charset="0"/>
            </a:endParaRPr>
          </a:p>
        </p:txBody>
      </p:sp>
      <p:sp>
        <p:nvSpPr>
          <p:cNvPr id="17" name="TextBox 16">
            <a:extLst>
              <a:ext uri="{FF2B5EF4-FFF2-40B4-BE49-F238E27FC236}">
                <a16:creationId xmlns:a16="http://schemas.microsoft.com/office/drawing/2014/main" id="{4F04568D-7CD8-13C2-FA48-12EB5FDFE26F}"/>
              </a:ext>
            </a:extLst>
          </p:cNvPr>
          <p:cNvSpPr txBox="1"/>
          <p:nvPr/>
        </p:nvSpPr>
        <p:spPr>
          <a:xfrm>
            <a:off x="3111913" y="3850364"/>
            <a:ext cx="465192"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Flnk</a:t>
            </a:r>
            <a:endParaRPr lang="en-US" sz="1200" dirty="0">
              <a:solidFill>
                <a:schemeClr val="bg1"/>
              </a:solidFill>
              <a:latin typeface="Avenir Book" panose="02000503020000020003" pitchFamily="2" charset="0"/>
            </a:endParaRPr>
          </a:p>
        </p:txBody>
      </p:sp>
      <p:sp>
        <p:nvSpPr>
          <p:cNvPr id="18" name="TextBox 17">
            <a:extLst>
              <a:ext uri="{FF2B5EF4-FFF2-40B4-BE49-F238E27FC236}">
                <a16:creationId xmlns:a16="http://schemas.microsoft.com/office/drawing/2014/main" id="{9BACA519-4093-FF7E-3523-CFBA97BC8CB0}"/>
              </a:ext>
            </a:extLst>
          </p:cNvPr>
          <p:cNvSpPr txBox="1"/>
          <p:nvPr/>
        </p:nvSpPr>
        <p:spPr>
          <a:xfrm>
            <a:off x="3825060" y="3263978"/>
            <a:ext cx="601448" cy="276999"/>
          </a:xfrm>
          <a:prstGeom prst="rect">
            <a:avLst/>
          </a:prstGeom>
          <a:noFill/>
        </p:spPr>
        <p:txBody>
          <a:bodyPr wrap="none" rtlCol="0" anchor="ctr">
            <a:spAutoFit/>
          </a:bodyPr>
          <a:lstStyle/>
          <a:p>
            <a:pPr algn="ctr"/>
            <a:r>
              <a:rPr lang="en-US" sz="1200" dirty="0">
                <a:solidFill>
                  <a:schemeClr val="bg1"/>
                </a:solidFill>
                <a:latin typeface="Avenir Book" panose="02000503020000020003" pitchFamily="2" charset="0"/>
              </a:rPr>
              <a:t>DCCS</a:t>
            </a:r>
          </a:p>
        </p:txBody>
      </p:sp>
      <p:sp>
        <p:nvSpPr>
          <p:cNvPr id="19" name="TextBox 18">
            <a:extLst>
              <a:ext uri="{FF2B5EF4-FFF2-40B4-BE49-F238E27FC236}">
                <a16:creationId xmlns:a16="http://schemas.microsoft.com/office/drawing/2014/main" id="{92028222-0820-B16C-3DFE-DEC757DFE242}"/>
              </a:ext>
            </a:extLst>
          </p:cNvPr>
          <p:cNvSpPr txBox="1"/>
          <p:nvPr/>
        </p:nvSpPr>
        <p:spPr>
          <a:xfrm>
            <a:off x="3208868" y="2696973"/>
            <a:ext cx="551754"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PnCn</a:t>
            </a:r>
            <a:endParaRPr lang="en-US" sz="1200" dirty="0">
              <a:solidFill>
                <a:schemeClr val="bg1"/>
              </a:solidFill>
              <a:latin typeface="Avenir Book" panose="02000503020000020003" pitchFamily="2" charset="0"/>
            </a:endParaRPr>
          </a:p>
        </p:txBody>
      </p:sp>
      <p:sp>
        <p:nvSpPr>
          <p:cNvPr id="20" name="TextBox 19">
            <a:extLst>
              <a:ext uri="{FF2B5EF4-FFF2-40B4-BE49-F238E27FC236}">
                <a16:creationId xmlns:a16="http://schemas.microsoft.com/office/drawing/2014/main" id="{507BBAC9-6148-159F-66FA-367B2281A397}"/>
              </a:ext>
            </a:extLst>
          </p:cNvPr>
          <p:cNvSpPr txBox="1"/>
          <p:nvPr/>
        </p:nvSpPr>
        <p:spPr>
          <a:xfrm>
            <a:off x="4613875" y="2733309"/>
            <a:ext cx="492444"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LtSg</a:t>
            </a:r>
            <a:endParaRPr lang="en-US" sz="1200" dirty="0">
              <a:solidFill>
                <a:schemeClr val="bg1"/>
              </a:solidFill>
              <a:latin typeface="Avenir Book" panose="02000503020000020003" pitchFamily="2" charset="0"/>
            </a:endParaRPr>
          </a:p>
        </p:txBody>
      </p:sp>
      <p:sp>
        <p:nvSpPr>
          <p:cNvPr id="21" name="TextBox 20">
            <a:extLst>
              <a:ext uri="{FF2B5EF4-FFF2-40B4-BE49-F238E27FC236}">
                <a16:creationId xmlns:a16="http://schemas.microsoft.com/office/drawing/2014/main" id="{544F1272-78F4-F845-C8BE-45E7BD4BA0AC}"/>
              </a:ext>
            </a:extLst>
          </p:cNvPr>
          <p:cNvSpPr txBox="1"/>
          <p:nvPr/>
        </p:nvSpPr>
        <p:spPr>
          <a:xfrm>
            <a:off x="4889606" y="3616527"/>
            <a:ext cx="582212" cy="276999"/>
          </a:xfrm>
          <a:prstGeom prst="rect">
            <a:avLst/>
          </a:prstGeom>
          <a:noFill/>
        </p:spPr>
        <p:txBody>
          <a:bodyPr wrap="none" rtlCol="0" anchor="ctr">
            <a:spAutoFit/>
          </a:bodyPr>
          <a:lstStyle/>
          <a:p>
            <a:pPr algn="ctr"/>
            <a:r>
              <a:rPr lang="en-US" sz="1200" dirty="0">
                <a:solidFill>
                  <a:schemeClr val="bg1"/>
                </a:solidFill>
                <a:latin typeface="Avenir Book" panose="02000503020000020003" pitchFamily="2" charset="0"/>
              </a:rPr>
              <a:t>PSMT</a:t>
            </a:r>
          </a:p>
        </p:txBody>
      </p:sp>
    </p:spTree>
    <p:extLst>
      <p:ext uri="{BB962C8B-B14F-4D97-AF65-F5344CB8AC3E}">
        <p14:creationId xmlns:p14="http://schemas.microsoft.com/office/powerpoint/2010/main" val="2178929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35F346-D2A0-6A4D-1877-FEFE87FFC8B9}"/>
              </a:ext>
            </a:extLst>
          </p:cNvPr>
          <p:cNvSpPr/>
          <p:nvPr/>
        </p:nvSpPr>
        <p:spPr>
          <a:xfrm>
            <a:off x="3075073" y="640994"/>
            <a:ext cx="6165470" cy="56589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7BE4C3-5167-FFFE-2E08-FCEEC322AA40}"/>
              </a:ext>
            </a:extLst>
          </p:cNvPr>
          <p:cNvSpPr txBox="1"/>
          <p:nvPr/>
        </p:nvSpPr>
        <p:spPr>
          <a:xfrm>
            <a:off x="4510210" y="640994"/>
            <a:ext cx="3295197" cy="461665"/>
          </a:xfrm>
          <a:prstGeom prst="rect">
            <a:avLst/>
          </a:prstGeom>
          <a:noFill/>
        </p:spPr>
        <p:txBody>
          <a:bodyPr wrap="none" rtlCol="0">
            <a:spAutoFit/>
          </a:bodyPr>
          <a:lstStyle/>
          <a:p>
            <a:pPr algn="ctr"/>
            <a:r>
              <a:rPr lang="en-US" sz="2400" i="1" dirty="0">
                <a:latin typeface="Avenir Book" panose="02000503020000020003" pitchFamily="2" charset="0"/>
              </a:rPr>
              <a:t>2-Factor EFA Loadings</a:t>
            </a:r>
          </a:p>
        </p:txBody>
      </p:sp>
      <p:pic>
        <p:nvPicPr>
          <p:cNvPr id="3" name="Picture 2" descr="A graph with blue and green dots&#10;&#10;Description automatically generated">
            <a:extLst>
              <a:ext uri="{FF2B5EF4-FFF2-40B4-BE49-F238E27FC236}">
                <a16:creationId xmlns:a16="http://schemas.microsoft.com/office/drawing/2014/main" id="{0A2D19A7-5D1F-8E8E-5DE4-F00BD648C63A}"/>
              </a:ext>
            </a:extLst>
          </p:cNvPr>
          <p:cNvPicPr>
            <a:picLocks noChangeAspect="1"/>
          </p:cNvPicPr>
          <p:nvPr/>
        </p:nvPicPr>
        <p:blipFill rotWithShape="1">
          <a:blip r:embed="rId3"/>
          <a:srcRect l="5636" t="11619" r="4867" b="8889"/>
          <a:stretch/>
        </p:blipFill>
        <p:spPr>
          <a:xfrm>
            <a:off x="3581427" y="1028517"/>
            <a:ext cx="5498757" cy="4884095"/>
          </a:xfrm>
          <a:prstGeom prst="rect">
            <a:avLst/>
          </a:prstGeom>
        </p:spPr>
      </p:pic>
      <p:sp>
        <p:nvSpPr>
          <p:cNvPr id="6" name="TextBox 5">
            <a:extLst>
              <a:ext uri="{FF2B5EF4-FFF2-40B4-BE49-F238E27FC236}">
                <a16:creationId xmlns:a16="http://schemas.microsoft.com/office/drawing/2014/main" id="{9CD3DF95-2E2E-851A-191B-A28DB2510CA3}"/>
              </a:ext>
            </a:extLst>
          </p:cNvPr>
          <p:cNvSpPr txBox="1"/>
          <p:nvPr/>
        </p:nvSpPr>
        <p:spPr>
          <a:xfrm>
            <a:off x="4543523" y="5838321"/>
            <a:ext cx="3920560" cy="461665"/>
          </a:xfrm>
          <a:prstGeom prst="rect">
            <a:avLst/>
          </a:prstGeom>
          <a:noFill/>
        </p:spPr>
        <p:txBody>
          <a:bodyPr wrap="none" rtlCol="0">
            <a:spAutoFit/>
          </a:bodyPr>
          <a:lstStyle/>
          <a:p>
            <a:pPr algn="ctr"/>
            <a:r>
              <a:rPr lang="en-US" sz="2400" dirty="0">
                <a:solidFill>
                  <a:srgbClr val="0C2E73"/>
                </a:solidFill>
                <a:latin typeface="Avenir Book" panose="02000503020000020003" pitchFamily="2" charset="0"/>
              </a:rPr>
              <a:t>Factor 1: Cognitive Control</a:t>
            </a:r>
          </a:p>
        </p:txBody>
      </p:sp>
      <p:sp>
        <p:nvSpPr>
          <p:cNvPr id="7" name="TextBox 6">
            <a:extLst>
              <a:ext uri="{FF2B5EF4-FFF2-40B4-BE49-F238E27FC236}">
                <a16:creationId xmlns:a16="http://schemas.microsoft.com/office/drawing/2014/main" id="{C840BD2C-8E08-CFD6-2E0B-E15B772042DF}"/>
              </a:ext>
            </a:extLst>
          </p:cNvPr>
          <p:cNvSpPr txBox="1"/>
          <p:nvPr/>
        </p:nvSpPr>
        <p:spPr>
          <a:xfrm rot="16200000">
            <a:off x="2155130" y="3060777"/>
            <a:ext cx="2622834" cy="461665"/>
          </a:xfrm>
          <a:prstGeom prst="rect">
            <a:avLst/>
          </a:prstGeom>
          <a:noFill/>
        </p:spPr>
        <p:txBody>
          <a:bodyPr wrap="none" rtlCol="0">
            <a:spAutoFit/>
          </a:bodyPr>
          <a:lstStyle/>
          <a:p>
            <a:pPr algn="ctr"/>
            <a:r>
              <a:rPr lang="en-US" sz="2400" dirty="0">
                <a:solidFill>
                  <a:srgbClr val="2C6159"/>
                </a:solidFill>
                <a:latin typeface="Avenir Book" panose="02000503020000020003" pitchFamily="2" charset="0"/>
              </a:rPr>
              <a:t>Factor 2: Memory</a:t>
            </a:r>
          </a:p>
        </p:txBody>
      </p:sp>
      <p:sp>
        <p:nvSpPr>
          <p:cNvPr id="16" name="Rounded Rectangular Callout 15">
            <a:extLst>
              <a:ext uri="{FF2B5EF4-FFF2-40B4-BE49-F238E27FC236}">
                <a16:creationId xmlns:a16="http://schemas.microsoft.com/office/drawing/2014/main" id="{469EAB8C-9166-7804-562B-8B787477972F}"/>
              </a:ext>
            </a:extLst>
          </p:cNvPr>
          <p:cNvSpPr/>
          <p:nvPr/>
        </p:nvSpPr>
        <p:spPr>
          <a:xfrm>
            <a:off x="5941759" y="1533322"/>
            <a:ext cx="603504" cy="276999"/>
          </a:xfrm>
          <a:prstGeom prst="wedgeRoundRectCallout">
            <a:avLst>
              <a:gd name="adj1" fmla="val -44971"/>
              <a:gd name="adj2" fmla="val 92510"/>
              <a:gd name="adj3" fmla="val 16667"/>
            </a:avLst>
          </a:prstGeom>
          <a:solidFill>
            <a:srgbClr val="57A384"/>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Rounded Rectangular Callout 18">
            <a:extLst>
              <a:ext uri="{FF2B5EF4-FFF2-40B4-BE49-F238E27FC236}">
                <a16:creationId xmlns:a16="http://schemas.microsoft.com/office/drawing/2014/main" id="{3D53E423-578C-5BBC-A314-55D15866D24A}"/>
              </a:ext>
            </a:extLst>
          </p:cNvPr>
          <p:cNvSpPr/>
          <p:nvPr/>
        </p:nvSpPr>
        <p:spPr>
          <a:xfrm>
            <a:off x="6234275" y="2126225"/>
            <a:ext cx="603504" cy="276999"/>
          </a:xfrm>
          <a:prstGeom prst="wedgeRoundRectCallout">
            <a:avLst>
              <a:gd name="adj1" fmla="val -44971"/>
              <a:gd name="adj2" fmla="val 92510"/>
              <a:gd name="adj3" fmla="val 16667"/>
            </a:avLst>
          </a:prstGeom>
          <a:solidFill>
            <a:srgbClr val="2C615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ular Callout 20">
            <a:extLst>
              <a:ext uri="{FF2B5EF4-FFF2-40B4-BE49-F238E27FC236}">
                <a16:creationId xmlns:a16="http://schemas.microsoft.com/office/drawing/2014/main" id="{F6396D82-29D0-BD9A-6A13-04468EC0E089}"/>
              </a:ext>
            </a:extLst>
          </p:cNvPr>
          <p:cNvSpPr/>
          <p:nvPr/>
        </p:nvSpPr>
        <p:spPr>
          <a:xfrm flipH="1">
            <a:off x="7023471" y="3293867"/>
            <a:ext cx="603504" cy="276999"/>
          </a:xfrm>
          <a:prstGeom prst="wedgeRoundRectCallout">
            <a:avLst>
              <a:gd name="adj1" fmla="val -44971"/>
              <a:gd name="adj2" fmla="val 92510"/>
              <a:gd name="adj3" fmla="val 16667"/>
            </a:avLst>
          </a:prstGeom>
          <a:solidFill>
            <a:srgbClr val="8BBCD0"/>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ular Callout 22">
            <a:extLst>
              <a:ext uri="{FF2B5EF4-FFF2-40B4-BE49-F238E27FC236}">
                <a16:creationId xmlns:a16="http://schemas.microsoft.com/office/drawing/2014/main" id="{76AD0F8A-DC5D-74F4-8488-4FF0D3163196}"/>
              </a:ext>
            </a:extLst>
          </p:cNvPr>
          <p:cNvSpPr/>
          <p:nvPr/>
        </p:nvSpPr>
        <p:spPr>
          <a:xfrm>
            <a:off x="8273764" y="3403888"/>
            <a:ext cx="603504" cy="276999"/>
          </a:xfrm>
          <a:prstGeom prst="wedgeRoundRectCallout">
            <a:avLst>
              <a:gd name="adj1" fmla="val -44971"/>
              <a:gd name="adj2" fmla="val 92510"/>
              <a:gd name="adj3" fmla="val 16667"/>
            </a:avLst>
          </a:prstGeom>
          <a:solidFill>
            <a:srgbClr val="1A659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ular Callout 24">
            <a:extLst>
              <a:ext uri="{FF2B5EF4-FFF2-40B4-BE49-F238E27FC236}">
                <a16:creationId xmlns:a16="http://schemas.microsoft.com/office/drawing/2014/main" id="{6DFE22E5-CEAE-B835-8BA4-AA9923DE7B2C}"/>
              </a:ext>
            </a:extLst>
          </p:cNvPr>
          <p:cNvSpPr/>
          <p:nvPr/>
        </p:nvSpPr>
        <p:spPr>
          <a:xfrm flipH="1" flipV="1">
            <a:off x="7249591" y="4394727"/>
            <a:ext cx="603504" cy="276999"/>
          </a:xfrm>
          <a:prstGeom prst="wedgeRoundRectCallout">
            <a:avLst>
              <a:gd name="adj1" fmla="val -44971"/>
              <a:gd name="adj2" fmla="val 92510"/>
              <a:gd name="adj3" fmla="val 16667"/>
            </a:avLst>
          </a:prstGeom>
          <a:solidFill>
            <a:srgbClr val="0C2E7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6A28D90-BA6A-C352-C173-14914F6DB876}"/>
              </a:ext>
            </a:extLst>
          </p:cNvPr>
          <p:cNvSpPr txBox="1"/>
          <p:nvPr/>
        </p:nvSpPr>
        <p:spPr>
          <a:xfrm>
            <a:off x="5997289" y="1535980"/>
            <a:ext cx="492443"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LtSg</a:t>
            </a:r>
            <a:endParaRPr lang="en-US" sz="1200" dirty="0">
              <a:solidFill>
                <a:schemeClr val="bg1"/>
              </a:solidFill>
              <a:latin typeface="Avenir Book" panose="02000503020000020003" pitchFamily="2" charset="0"/>
            </a:endParaRPr>
          </a:p>
        </p:txBody>
      </p:sp>
      <p:sp>
        <p:nvSpPr>
          <p:cNvPr id="24" name="TextBox 23">
            <a:extLst>
              <a:ext uri="{FF2B5EF4-FFF2-40B4-BE49-F238E27FC236}">
                <a16:creationId xmlns:a16="http://schemas.microsoft.com/office/drawing/2014/main" id="{6724CB6F-9D2D-1E6F-D2E6-D6CA2CCC926A}"/>
              </a:ext>
            </a:extLst>
          </p:cNvPr>
          <p:cNvSpPr txBox="1"/>
          <p:nvPr/>
        </p:nvSpPr>
        <p:spPr>
          <a:xfrm>
            <a:off x="7318747" y="4397385"/>
            <a:ext cx="465192"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Flnk</a:t>
            </a:r>
            <a:endParaRPr lang="en-US" sz="1200" dirty="0">
              <a:solidFill>
                <a:schemeClr val="bg1"/>
              </a:solidFill>
              <a:latin typeface="Avenir Book" panose="02000503020000020003" pitchFamily="2" charset="0"/>
            </a:endParaRPr>
          </a:p>
        </p:txBody>
      </p:sp>
      <p:sp>
        <p:nvSpPr>
          <p:cNvPr id="22" name="TextBox 21">
            <a:extLst>
              <a:ext uri="{FF2B5EF4-FFF2-40B4-BE49-F238E27FC236}">
                <a16:creationId xmlns:a16="http://schemas.microsoft.com/office/drawing/2014/main" id="{DD6F5C51-5B55-F7A4-4718-F57305CA72A9}"/>
              </a:ext>
            </a:extLst>
          </p:cNvPr>
          <p:cNvSpPr txBox="1"/>
          <p:nvPr/>
        </p:nvSpPr>
        <p:spPr>
          <a:xfrm>
            <a:off x="8274791" y="3406546"/>
            <a:ext cx="601448" cy="276999"/>
          </a:xfrm>
          <a:prstGeom prst="rect">
            <a:avLst/>
          </a:prstGeom>
          <a:noFill/>
        </p:spPr>
        <p:txBody>
          <a:bodyPr wrap="none" rtlCol="0" anchor="ctr">
            <a:spAutoFit/>
          </a:bodyPr>
          <a:lstStyle/>
          <a:p>
            <a:pPr algn="ctr"/>
            <a:r>
              <a:rPr lang="en-US" sz="1200" dirty="0">
                <a:solidFill>
                  <a:schemeClr val="bg1"/>
                </a:solidFill>
                <a:latin typeface="Avenir Book" panose="02000503020000020003" pitchFamily="2" charset="0"/>
              </a:rPr>
              <a:t>DCCS</a:t>
            </a:r>
          </a:p>
        </p:txBody>
      </p:sp>
      <p:sp>
        <p:nvSpPr>
          <p:cNvPr id="20" name="TextBox 19">
            <a:extLst>
              <a:ext uri="{FF2B5EF4-FFF2-40B4-BE49-F238E27FC236}">
                <a16:creationId xmlns:a16="http://schemas.microsoft.com/office/drawing/2014/main" id="{892283E4-EC86-0EC6-5480-3BE5733A92D8}"/>
              </a:ext>
            </a:extLst>
          </p:cNvPr>
          <p:cNvSpPr txBox="1"/>
          <p:nvPr/>
        </p:nvSpPr>
        <p:spPr>
          <a:xfrm>
            <a:off x="7049346" y="3296525"/>
            <a:ext cx="551754" cy="276999"/>
          </a:xfrm>
          <a:prstGeom prst="rect">
            <a:avLst/>
          </a:prstGeom>
          <a:noFill/>
        </p:spPr>
        <p:txBody>
          <a:bodyPr wrap="none" rtlCol="0" anchor="ctr">
            <a:spAutoFit/>
          </a:bodyPr>
          <a:lstStyle/>
          <a:p>
            <a:pPr algn="ctr"/>
            <a:r>
              <a:rPr lang="en-US" sz="1200" dirty="0" err="1">
                <a:solidFill>
                  <a:schemeClr val="bg1"/>
                </a:solidFill>
                <a:latin typeface="Avenir Book" panose="02000503020000020003" pitchFamily="2" charset="0"/>
              </a:rPr>
              <a:t>PnCn</a:t>
            </a:r>
            <a:endParaRPr lang="en-US" sz="1200" dirty="0">
              <a:solidFill>
                <a:schemeClr val="bg1"/>
              </a:solidFill>
              <a:latin typeface="Avenir Book" panose="02000503020000020003" pitchFamily="2" charset="0"/>
            </a:endParaRPr>
          </a:p>
        </p:txBody>
      </p:sp>
      <p:sp>
        <p:nvSpPr>
          <p:cNvPr id="18" name="TextBox 17">
            <a:extLst>
              <a:ext uri="{FF2B5EF4-FFF2-40B4-BE49-F238E27FC236}">
                <a16:creationId xmlns:a16="http://schemas.microsoft.com/office/drawing/2014/main" id="{BDA89C7E-C745-BFB8-F0E6-71262D820D09}"/>
              </a:ext>
            </a:extLst>
          </p:cNvPr>
          <p:cNvSpPr txBox="1"/>
          <p:nvPr/>
        </p:nvSpPr>
        <p:spPr>
          <a:xfrm>
            <a:off x="6244921" y="2128883"/>
            <a:ext cx="582211" cy="276999"/>
          </a:xfrm>
          <a:prstGeom prst="rect">
            <a:avLst/>
          </a:prstGeom>
          <a:noFill/>
        </p:spPr>
        <p:txBody>
          <a:bodyPr wrap="none" rtlCol="0" anchor="ctr">
            <a:spAutoFit/>
          </a:bodyPr>
          <a:lstStyle/>
          <a:p>
            <a:pPr algn="ctr"/>
            <a:r>
              <a:rPr lang="en-US" sz="1200" dirty="0">
                <a:solidFill>
                  <a:schemeClr val="bg1"/>
                </a:solidFill>
                <a:latin typeface="Avenir Book" panose="02000503020000020003" pitchFamily="2" charset="0"/>
              </a:rPr>
              <a:t>PSMT</a:t>
            </a:r>
          </a:p>
        </p:txBody>
      </p:sp>
    </p:spTree>
    <p:extLst>
      <p:ext uri="{BB962C8B-B14F-4D97-AF65-F5344CB8AC3E}">
        <p14:creationId xmlns:p14="http://schemas.microsoft.com/office/powerpoint/2010/main" val="233276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19CE023-B49A-1589-BD07-D01904D91FD3}"/>
              </a:ext>
            </a:extLst>
          </p:cNvPr>
          <p:cNvSpPr/>
          <p:nvPr/>
        </p:nvSpPr>
        <p:spPr>
          <a:xfrm>
            <a:off x="5956822" y="-14658"/>
            <a:ext cx="6165470" cy="69494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AE5476C5-8DA5-86C4-53DB-08C66EE716AA}"/>
              </a:ext>
            </a:extLst>
          </p:cNvPr>
          <p:cNvPicPr>
            <a:picLocks noChangeAspect="1"/>
          </p:cNvPicPr>
          <p:nvPr/>
        </p:nvPicPr>
        <p:blipFill>
          <a:blip r:embed="rId3"/>
          <a:stretch>
            <a:fillRect/>
          </a:stretch>
        </p:blipFill>
        <p:spPr>
          <a:xfrm>
            <a:off x="63725" y="-14658"/>
            <a:ext cx="5611091" cy="6858000"/>
          </a:xfrm>
          <a:prstGeom prst="rect">
            <a:avLst/>
          </a:prstGeom>
        </p:spPr>
      </p:pic>
      <p:sp>
        <p:nvSpPr>
          <p:cNvPr id="5" name="Rectangle 4">
            <a:extLst>
              <a:ext uri="{FF2B5EF4-FFF2-40B4-BE49-F238E27FC236}">
                <a16:creationId xmlns:a16="http://schemas.microsoft.com/office/drawing/2014/main" id="{08820F04-1AC8-73CF-3E61-10EBFFDA147C}"/>
              </a:ext>
            </a:extLst>
          </p:cNvPr>
          <p:cNvSpPr>
            <a:spLocks noChangeAspect="1"/>
          </p:cNvSpPr>
          <p:nvPr/>
        </p:nvSpPr>
        <p:spPr>
          <a:xfrm>
            <a:off x="7105255" y="433753"/>
            <a:ext cx="914400" cy="914400"/>
          </a:xfrm>
          <a:prstGeom prst="rect">
            <a:avLst/>
          </a:prstGeom>
          <a:solidFill>
            <a:srgbClr val="0C2E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Avenir Book" panose="02000503020000020003" pitchFamily="2" charset="0"/>
              </a:rPr>
              <a:t>Flnk</a:t>
            </a:r>
            <a:endParaRPr lang="en-US" dirty="0">
              <a:latin typeface="Avenir Book" panose="02000503020000020003" pitchFamily="2" charset="0"/>
            </a:endParaRPr>
          </a:p>
        </p:txBody>
      </p:sp>
      <p:sp>
        <p:nvSpPr>
          <p:cNvPr id="6" name="Rectangle 5">
            <a:extLst>
              <a:ext uri="{FF2B5EF4-FFF2-40B4-BE49-F238E27FC236}">
                <a16:creationId xmlns:a16="http://schemas.microsoft.com/office/drawing/2014/main" id="{515CBCAA-8E5D-9C2C-3A60-357BB9AC98A0}"/>
              </a:ext>
            </a:extLst>
          </p:cNvPr>
          <p:cNvSpPr>
            <a:spLocks noChangeAspect="1"/>
          </p:cNvSpPr>
          <p:nvPr/>
        </p:nvSpPr>
        <p:spPr>
          <a:xfrm>
            <a:off x="7116979" y="1802422"/>
            <a:ext cx="914400" cy="914400"/>
          </a:xfrm>
          <a:prstGeom prst="rect">
            <a:avLst/>
          </a:prstGeom>
          <a:solidFill>
            <a:srgbClr val="1A65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DCCS</a:t>
            </a:r>
          </a:p>
        </p:txBody>
      </p:sp>
      <p:sp>
        <p:nvSpPr>
          <p:cNvPr id="7" name="Rectangle 6">
            <a:extLst>
              <a:ext uri="{FF2B5EF4-FFF2-40B4-BE49-F238E27FC236}">
                <a16:creationId xmlns:a16="http://schemas.microsoft.com/office/drawing/2014/main" id="{6AF69FB8-790D-2565-DF9F-B476C9BDE57C}"/>
              </a:ext>
            </a:extLst>
          </p:cNvPr>
          <p:cNvSpPr>
            <a:spLocks noChangeAspect="1"/>
          </p:cNvSpPr>
          <p:nvPr/>
        </p:nvSpPr>
        <p:spPr>
          <a:xfrm>
            <a:off x="7116979" y="3171091"/>
            <a:ext cx="914400" cy="914400"/>
          </a:xfrm>
          <a:prstGeom prst="rect">
            <a:avLst/>
          </a:prstGeom>
          <a:solidFill>
            <a:srgbClr val="8BBC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Avenir Book" panose="02000503020000020003" pitchFamily="2" charset="0"/>
              </a:rPr>
              <a:t>PnCn</a:t>
            </a:r>
            <a:endParaRPr lang="en-US" dirty="0">
              <a:latin typeface="Avenir Book" panose="02000503020000020003" pitchFamily="2" charset="0"/>
            </a:endParaRPr>
          </a:p>
        </p:txBody>
      </p:sp>
      <p:sp>
        <p:nvSpPr>
          <p:cNvPr id="8" name="Rectangle 7">
            <a:extLst>
              <a:ext uri="{FF2B5EF4-FFF2-40B4-BE49-F238E27FC236}">
                <a16:creationId xmlns:a16="http://schemas.microsoft.com/office/drawing/2014/main" id="{E22037EE-3B54-352B-AFF3-9B99EACDB84E}"/>
              </a:ext>
            </a:extLst>
          </p:cNvPr>
          <p:cNvSpPr>
            <a:spLocks noChangeAspect="1"/>
          </p:cNvSpPr>
          <p:nvPr/>
        </p:nvSpPr>
        <p:spPr>
          <a:xfrm>
            <a:off x="7105255" y="4539760"/>
            <a:ext cx="914400" cy="914400"/>
          </a:xfrm>
          <a:prstGeom prst="rect">
            <a:avLst/>
          </a:prstGeom>
          <a:solidFill>
            <a:srgbClr val="2C6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rPr>
              <a:t>PSMT</a:t>
            </a:r>
          </a:p>
        </p:txBody>
      </p:sp>
      <p:sp>
        <p:nvSpPr>
          <p:cNvPr id="9" name="Rectangle 8">
            <a:extLst>
              <a:ext uri="{FF2B5EF4-FFF2-40B4-BE49-F238E27FC236}">
                <a16:creationId xmlns:a16="http://schemas.microsoft.com/office/drawing/2014/main" id="{3DA34AD8-8BF6-9EF1-3AD8-E3B732F939EC}"/>
              </a:ext>
            </a:extLst>
          </p:cNvPr>
          <p:cNvSpPr>
            <a:spLocks noChangeAspect="1"/>
          </p:cNvSpPr>
          <p:nvPr/>
        </p:nvSpPr>
        <p:spPr>
          <a:xfrm>
            <a:off x="7105255" y="5908429"/>
            <a:ext cx="914400" cy="914400"/>
          </a:xfrm>
          <a:prstGeom prst="rect">
            <a:avLst/>
          </a:prstGeom>
          <a:solidFill>
            <a:srgbClr val="57A3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Avenir Book" panose="02000503020000020003" pitchFamily="2" charset="0"/>
              </a:rPr>
              <a:t>LtSg</a:t>
            </a:r>
            <a:endParaRPr lang="en-US" dirty="0">
              <a:latin typeface="Avenir Book" panose="02000503020000020003" pitchFamily="2" charset="0"/>
            </a:endParaRPr>
          </a:p>
        </p:txBody>
      </p:sp>
      <p:sp>
        <p:nvSpPr>
          <p:cNvPr id="13" name="TextBox 12">
            <a:extLst>
              <a:ext uri="{FF2B5EF4-FFF2-40B4-BE49-F238E27FC236}">
                <a16:creationId xmlns:a16="http://schemas.microsoft.com/office/drawing/2014/main" id="{74D2F281-593D-B403-6852-F7D7D7D7BA60}"/>
              </a:ext>
            </a:extLst>
          </p:cNvPr>
          <p:cNvSpPr txBox="1"/>
          <p:nvPr/>
        </p:nvSpPr>
        <p:spPr>
          <a:xfrm>
            <a:off x="5956822" y="-14658"/>
            <a:ext cx="6165470" cy="461665"/>
          </a:xfrm>
          <a:prstGeom prst="rect">
            <a:avLst/>
          </a:prstGeom>
          <a:noFill/>
        </p:spPr>
        <p:txBody>
          <a:bodyPr wrap="none" rtlCol="0">
            <a:spAutoFit/>
          </a:bodyPr>
          <a:lstStyle/>
          <a:p>
            <a:pPr algn="ctr"/>
            <a:r>
              <a:rPr lang="en-US" sz="2400" i="1" dirty="0">
                <a:latin typeface="Avenir Book" panose="02000503020000020003" pitchFamily="2" charset="0"/>
              </a:rPr>
              <a:t>2-Factor CFA with Standardized Parameters</a:t>
            </a:r>
          </a:p>
        </p:txBody>
      </p:sp>
      <p:cxnSp>
        <p:nvCxnSpPr>
          <p:cNvPr id="16" name="Straight Arrow Connector 15">
            <a:extLst>
              <a:ext uri="{FF2B5EF4-FFF2-40B4-BE49-F238E27FC236}">
                <a16:creationId xmlns:a16="http://schemas.microsoft.com/office/drawing/2014/main" id="{A3CB0538-720D-87A5-6C15-751FF9D5612C}"/>
              </a:ext>
            </a:extLst>
          </p:cNvPr>
          <p:cNvCxnSpPr>
            <a:cxnSpLocks/>
            <a:stCxn id="11" idx="1"/>
            <a:endCxn id="5" idx="3"/>
          </p:cNvCxnSpPr>
          <p:nvPr/>
        </p:nvCxnSpPr>
        <p:spPr>
          <a:xfrm flipH="1" flipV="1">
            <a:off x="8019655" y="890953"/>
            <a:ext cx="1771764" cy="1282320"/>
          </a:xfrm>
          <a:prstGeom prst="straightConnector1">
            <a:avLst/>
          </a:prstGeom>
          <a:ln w="38100">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F9FCA13-AFB3-91C6-DC83-96972BE50D34}"/>
              </a:ext>
            </a:extLst>
          </p:cNvPr>
          <p:cNvCxnSpPr>
            <a:cxnSpLocks/>
            <a:stCxn id="11" idx="2"/>
            <a:endCxn id="6" idx="3"/>
          </p:cNvCxnSpPr>
          <p:nvPr/>
        </p:nvCxnSpPr>
        <p:spPr>
          <a:xfrm flipH="1" flipV="1">
            <a:off x="8031379" y="2259622"/>
            <a:ext cx="1559174" cy="39858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7C1C06F8-487A-0E6E-A693-3CBDAE26B7E8}"/>
              </a:ext>
            </a:extLst>
          </p:cNvPr>
          <p:cNvCxnSpPr>
            <a:cxnSpLocks/>
            <a:stCxn id="11" idx="3"/>
            <a:endCxn id="7" idx="3"/>
          </p:cNvCxnSpPr>
          <p:nvPr/>
        </p:nvCxnSpPr>
        <p:spPr>
          <a:xfrm flipH="1">
            <a:off x="8031379" y="3143141"/>
            <a:ext cx="1760040" cy="48515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7EAE035-2D25-604D-2C8E-2BC6E440054B}"/>
              </a:ext>
            </a:extLst>
          </p:cNvPr>
          <p:cNvCxnSpPr>
            <a:cxnSpLocks/>
            <a:stCxn id="12" idx="2"/>
            <a:endCxn id="8" idx="3"/>
          </p:cNvCxnSpPr>
          <p:nvPr/>
        </p:nvCxnSpPr>
        <p:spPr>
          <a:xfrm flipH="1">
            <a:off x="8019655" y="4671645"/>
            <a:ext cx="1570898" cy="325315"/>
          </a:xfrm>
          <a:prstGeom prst="straightConnector1">
            <a:avLst/>
          </a:prstGeom>
          <a:ln w="38100">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5F845AF-C487-55ED-B0E2-427E0CCDDE57}"/>
              </a:ext>
            </a:extLst>
          </p:cNvPr>
          <p:cNvCxnSpPr>
            <a:cxnSpLocks/>
            <a:stCxn id="12" idx="3"/>
            <a:endCxn id="9" idx="3"/>
          </p:cNvCxnSpPr>
          <p:nvPr/>
        </p:nvCxnSpPr>
        <p:spPr>
          <a:xfrm flipH="1">
            <a:off x="8019655" y="5156579"/>
            <a:ext cx="1771764" cy="120905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1877B15-7302-B787-D5FC-A1403040C386}"/>
              </a:ext>
            </a:extLst>
          </p:cNvPr>
          <p:cNvSpPr txBox="1"/>
          <p:nvPr/>
        </p:nvSpPr>
        <p:spPr>
          <a:xfrm rot="2134927">
            <a:off x="8477125" y="1134965"/>
            <a:ext cx="644992" cy="369332"/>
          </a:xfrm>
          <a:prstGeom prst="rect">
            <a:avLst/>
          </a:prstGeom>
          <a:noFill/>
        </p:spPr>
        <p:txBody>
          <a:bodyPr wrap="square" rtlCol="0">
            <a:spAutoFit/>
          </a:bodyPr>
          <a:lstStyle/>
          <a:p>
            <a:pPr algn="ctr"/>
            <a:r>
              <a:rPr lang="en-US" dirty="0">
                <a:latin typeface="Avenir Book" panose="02000503020000020003" pitchFamily="2" charset="0"/>
              </a:rPr>
              <a:t>0.75</a:t>
            </a:r>
          </a:p>
        </p:txBody>
      </p:sp>
      <p:sp>
        <p:nvSpPr>
          <p:cNvPr id="32" name="TextBox 31">
            <a:extLst>
              <a:ext uri="{FF2B5EF4-FFF2-40B4-BE49-F238E27FC236}">
                <a16:creationId xmlns:a16="http://schemas.microsoft.com/office/drawing/2014/main" id="{07CA6B3C-DDF1-5BCF-597E-C460AADBBE63}"/>
              </a:ext>
            </a:extLst>
          </p:cNvPr>
          <p:cNvSpPr txBox="1"/>
          <p:nvPr/>
        </p:nvSpPr>
        <p:spPr>
          <a:xfrm rot="926583">
            <a:off x="8492494" y="2160145"/>
            <a:ext cx="644992" cy="369332"/>
          </a:xfrm>
          <a:prstGeom prst="rect">
            <a:avLst/>
          </a:prstGeom>
          <a:noFill/>
        </p:spPr>
        <p:txBody>
          <a:bodyPr wrap="square" rtlCol="0">
            <a:spAutoFit/>
          </a:bodyPr>
          <a:lstStyle/>
          <a:p>
            <a:pPr algn="ctr"/>
            <a:r>
              <a:rPr lang="en-US" dirty="0">
                <a:latin typeface="Avenir Book" panose="02000503020000020003" pitchFamily="2" charset="0"/>
              </a:rPr>
              <a:t>0.87</a:t>
            </a:r>
          </a:p>
        </p:txBody>
      </p:sp>
      <p:sp>
        <p:nvSpPr>
          <p:cNvPr id="33" name="TextBox 32">
            <a:extLst>
              <a:ext uri="{FF2B5EF4-FFF2-40B4-BE49-F238E27FC236}">
                <a16:creationId xmlns:a16="http://schemas.microsoft.com/office/drawing/2014/main" id="{996FB6F3-2368-5929-ACE0-972C5F9D5471}"/>
              </a:ext>
            </a:extLst>
          </p:cNvPr>
          <p:cNvSpPr txBox="1"/>
          <p:nvPr/>
        </p:nvSpPr>
        <p:spPr>
          <a:xfrm rot="20666079">
            <a:off x="8487421" y="3118817"/>
            <a:ext cx="644992" cy="365760"/>
          </a:xfrm>
          <a:prstGeom prst="rect">
            <a:avLst/>
          </a:prstGeom>
          <a:noFill/>
        </p:spPr>
        <p:txBody>
          <a:bodyPr wrap="square" rtlCol="0">
            <a:spAutoFit/>
          </a:bodyPr>
          <a:lstStyle/>
          <a:p>
            <a:pPr algn="ctr"/>
            <a:r>
              <a:rPr lang="en-US" dirty="0">
                <a:latin typeface="Avenir Book" panose="02000503020000020003" pitchFamily="2" charset="0"/>
              </a:rPr>
              <a:t>0.76</a:t>
            </a:r>
          </a:p>
        </p:txBody>
      </p:sp>
      <p:sp>
        <p:nvSpPr>
          <p:cNvPr id="20" name="Circular Arrow 19">
            <a:extLst>
              <a:ext uri="{FF2B5EF4-FFF2-40B4-BE49-F238E27FC236}">
                <a16:creationId xmlns:a16="http://schemas.microsoft.com/office/drawing/2014/main" id="{A7466E82-D428-374A-D84B-BB8C3A8E535D}"/>
              </a:ext>
            </a:extLst>
          </p:cNvPr>
          <p:cNvSpPr/>
          <p:nvPr/>
        </p:nvSpPr>
        <p:spPr>
          <a:xfrm rot="16200000">
            <a:off x="6823364" y="484552"/>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Circular Arrow 21">
            <a:extLst>
              <a:ext uri="{FF2B5EF4-FFF2-40B4-BE49-F238E27FC236}">
                <a16:creationId xmlns:a16="http://schemas.microsoft.com/office/drawing/2014/main" id="{B5742F91-4614-8AAB-32F3-CCAB271DE6F7}"/>
              </a:ext>
            </a:extLst>
          </p:cNvPr>
          <p:cNvSpPr/>
          <p:nvPr/>
        </p:nvSpPr>
        <p:spPr>
          <a:xfrm rot="5400000" flipV="1">
            <a:off x="6823364" y="484552"/>
            <a:ext cx="587230" cy="812802"/>
          </a:xfrm>
          <a:prstGeom prst="circularArrow">
            <a:avLst>
              <a:gd name="adj1" fmla="val 6308"/>
              <a:gd name="adj2" fmla="val 1142319"/>
              <a:gd name="adj3" fmla="val 20356568"/>
              <a:gd name="adj4" fmla="val 18160401"/>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Circular Arrow 22">
            <a:extLst>
              <a:ext uri="{FF2B5EF4-FFF2-40B4-BE49-F238E27FC236}">
                <a16:creationId xmlns:a16="http://schemas.microsoft.com/office/drawing/2014/main" id="{D547C8DC-16F0-98A1-42CF-DC368700BF82}"/>
              </a:ext>
            </a:extLst>
          </p:cNvPr>
          <p:cNvSpPr/>
          <p:nvPr/>
        </p:nvSpPr>
        <p:spPr>
          <a:xfrm rot="16200000">
            <a:off x="6833276" y="1850290"/>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Circular Arrow 23">
            <a:extLst>
              <a:ext uri="{FF2B5EF4-FFF2-40B4-BE49-F238E27FC236}">
                <a16:creationId xmlns:a16="http://schemas.microsoft.com/office/drawing/2014/main" id="{216F5CE1-D802-5DA9-EB2C-103449B22CB7}"/>
              </a:ext>
            </a:extLst>
          </p:cNvPr>
          <p:cNvSpPr/>
          <p:nvPr/>
        </p:nvSpPr>
        <p:spPr>
          <a:xfrm rot="16200000">
            <a:off x="6826178" y="3221890"/>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Circular Arrow 25">
            <a:extLst>
              <a:ext uri="{FF2B5EF4-FFF2-40B4-BE49-F238E27FC236}">
                <a16:creationId xmlns:a16="http://schemas.microsoft.com/office/drawing/2014/main" id="{7E518B17-8689-1F6A-7C6E-CF4A8A8EC5F8}"/>
              </a:ext>
            </a:extLst>
          </p:cNvPr>
          <p:cNvSpPr/>
          <p:nvPr/>
        </p:nvSpPr>
        <p:spPr>
          <a:xfrm rot="16200000">
            <a:off x="6819456" y="4596421"/>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Circular Arrow 26">
            <a:extLst>
              <a:ext uri="{FF2B5EF4-FFF2-40B4-BE49-F238E27FC236}">
                <a16:creationId xmlns:a16="http://schemas.microsoft.com/office/drawing/2014/main" id="{50D66E22-3735-8942-5F07-7B78C8B74B3E}"/>
              </a:ext>
            </a:extLst>
          </p:cNvPr>
          <p:cNvSpPr/>
          <p:nvPr/>
        </p:nvSpPr>
        <p:spPr>
          <a:xfrm rot="16200000">
            <a:off x="6819456" y="5959228"/>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D8995ADA-2655-F382-9079-91CA7B8BBEC7}"/>
              </a:ext>
            </a:extLst>
          </p:cNvPr>
          <p:cNvSpPr txBox="1"/>
          <p:nvPr/>
        </p:nvSpPr>
        <p:spPr>
          <a:xfrm>
            <a:off x="6171091" y="703357"/>
            <a:ext cx="644992" cy="369332"/>
          </a:xfrm>
          <a:prstGeom prst="rect">
            <a:avLst/>
          </a:prstGeom>
          <a:noFill/>
        </p:spPr>
        <p:txBody>
          <a:bodyPr wrap="square" rtlCol="0">
            <a:spAutoFit/>
          </a:bodyPr>
          <a:lstStyle/>
          <a:p>
            <a:pPr algn="ctr"/>
            <a:r>
              <a:rPr lang="en-US" dirty="0">
                <a:latin typeface="Avenir Book" panose="02000503020000020003" pitchFamily="2" charset="0"/>
              </a:rPr>
              <a:t>0.44</a:t>
            </a:r>
          </a:p>
        </p:txBody>
      </p:sp>
      <p:sp>
        <p:nvSpPr>
          <p:cNvPr id="30" name="TextBox 29">
            <a:extLst>
              <a:ext uri="{FF2B5EF4-FFF2-40B4-BE49-F238E27FC236}">
                <a16:creationId xmlns:a16="http://schemas.microsoft.com/office/drawing/2014/main" id="{A26BF2E2-44E9-B03F-BAC2-93DD423994FC}"/>
              </a:ext>
            </a:extLst>
          </p:cNvPr>
          <p:cNvSpPr txBox="1"/>
          <p:nvPr/>
        </p:nvSpPr>
        <p:spPr>
          <a:xfrm>
            <a:off x="6177526" y="2067345"/>
            <a:ext cx="644992" cy="369332"/>
          </a:xfrm>
          <a:prstGeom prst="rect">
            <a:avLst/>
          </a:prstGeom>
          <a:noFill/>
        </p:spPr>
        <p:txBody>
          <a:bodyPr wrap="square" rtlCol="0">
            <a:spAutoFit/>
          </a:bodyPr>
          <a:lstStyle/>
          <a:p>
            <a:pPr algn="ctr"/>
            <a:r>
              <a:rPr lang="en-US" dirty="0">
                <a:latin typeface="Avenir Book" panose="02000503020000020003" pitchFamily="2" charset="0"/>
              </a:rPr>
              <a:t>0.24</a:t>
            </a:r>
          </a:p>
        </p:txBody>
      </p:sp>
      <p:sp>
        <p:nvSpPr>
          <p:cNvPr id="34" name="TextBox 33">
            <a:extLst>
              <a:ext uri="{FF2B5EF4-FFF2-40B4-BE49-F238E27FC236}">
                <a16:creationId xmlns:a16="http://schemas.microsoft.com/office/drawing/2014/main" id="{8176DAB1-0AD0-5358-5285-EFB5EDDA22F3}"/>
              </a:ext>
            </a:extLst>
          </p:cNvPr>
          <p:cNvSpPr txBox="1"/>
          <p:nvPr/>
        </p:nvSpPr>
        <p:spPr>
          <a:xfrm>
            <a:off x="6208338" y="3448304"/>
            <a:ext cx="644992" cy="369332"/>
          </a:xfrm>
          <a:prstGeom prst="rect">
            <a:avLst/>
          </a:prstGeom>
          <a:noFill/>
        </p:spPr>
        <p:txBody>
          <a:bodyPr wrap="square" rtlCol="0">
            <a:spAutoFit/>
          </a:bodyPr>
          <a:lstStyle/>
          <a:p>
            <a:pPr algn="ctr"/>
            <a:r>
              <a:rPr lang="en-US" dirty="0">
                <a:latin typeface="Avenir Book" panose="02000503020000020003" pitchFamily="2" charset="0"/>
              </a:rPr>
              <a:t>0.41</a:t>
            </a:r>
          </a:p>
        </p:txBody>
      </p:sp>
      <p:sp>
        <p:nvSpPr>
          <p:cNvPr id="35" name="TextBox 34">
            <a:extLst>
              <a:ext uri="{FF2B5EF4-FFF2-40B4-BE49-F238E27FC236}">
                <a16:creationId xmlns:a16="http://schemas.microsoft.com/office/drawing/2014/main" id="{B59E10FC-369A-81A7-AFCE-9C9535F508B0}"/>
              </a:ext>
            </a:extLst>
          </p:cNvPr>
          <p:cNvSpPr txBox="1"/>
          <p:nvPr/>
        </p:nvSpPr>
        <p:spPr>
          <a:xfrm>
            <a:off x="6166997" y="4812294"/>
            <a:ext cx="644992" cy="369332"/>
          </a:xfrm>
          <a:prstGeom prst="rect">
            <a:avLst/>
          </a:prstGeom>
          <a:noFill/>
        </p:spPr>
        <p:txBody>
          <a:bodyPr wrap="square" rtlCol="0">
            <a:spAutoFit/>
          </a:bodyPr>
          <a:lstStyle/>
          <a:p>
            <a:pPr algn="ctr"/>
            <a:r>
              <a:rPr lang="en-US" dirty="0">
                <a:latin typeface="Avenir Book" panose="02000503020000020003" pitchFamily="2" charset="0"/>
              </a:rPr>
              <a:t>0.65</a:t>
            </a:r>
          </a:p>
        </p:txBody>
      </p:sp>
      <p:sp>
        <p:nvSpPr>
          <p:cNvPr id="36" name="TextBox 35">
            <a:extLst>
              <a:ext uri="{FF2B5EF4-FFF2-40B4-BE49-F238E27FC236}">
                <a16:creationId xmlns:a16="http://schemas.microsoft.com/office/drawing/2014/main" id="{9051676F-EBDE-6043-3200-062929C4C62E}"/>
              </a:ext>
            </a:extLst>
          </p:cNvPr>
          <p:cNvSpPr txBox="1"/>
          <p:nvPr/>
        </p:nvSpPr>
        <p:spPr>
          <a:xfrm>
            <a:off x="6166997" y="6191179"/>
            <a:ext cx="644992" cy="369332"/>
          </a:xfrm>
          <a:prstGeom prst="rect">
            <a:avLst/>
          </a:prstGeom>
          <a:noFill/>
        </p:spPr>
        <p:txBody>
          <a:bodyPr wrap="square" rtlCol="0">
            <a:spAutoFit/>
          </a:bodyPr>
          <a:lstStyle/>
          <a:p>
            <a:pPr algn="ctr"/>
            <a:r>
              <a:rPr lang="en-US" dirty="0">
                <a:latin typeface="Avenir Book" panose="02000503020000020003" pitchFamily="2" charset="0"/>
              </a:rPr>
              <a:t>0.56</a:t>
            </a:r>
          </a:p>
        </p:txBody>
      </p:sp>
      <p:sp>
        <p:nvSpPr>
          <p:cNvPr id="37" name="Circular Arrow 36">
            <a:extLst>
              <a:ext uri="{FF2B5EF4-FFF2-40B4-BE49-F238E27FC236}">
                <a16:creationId xmlns:a16="http://schemas.microsoft.com/office/drawing/2014/main" id="{74230F6C-F7EC-56C3-0FB2-153031B29D17}"/>
              </a:ext>
            </a:extLst>
          </p:cNvPr>
          <p:cNvSpPr/>
          <p:nvPr/>
        </p:nvSpPr>
        <p:spPr>
          <a:xfrm rot="5400000" flipV="1">
            <a:off x="6831701" y="1846987"/>
            <a:ext cx="587230" cy="812802"/>
          </a:xfrm>
          <a:prstGeom prst="circularArrow">
            <a:avLst>
              <a:gd name="adj1" fmla="val 6308"/>
              <a:gd name="adj2" fmla="val 1142319"/>
              <a:gd name="adj3" fmla="val 20356568"/>
              <a:gd name="adj4" fmla="val 18160401"/>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Circular Arrow 37">
            <a:extLst>
              <a:ext uri="{FF2B5EF4-FFF2-40B4-BE49-F238E27FC236}">
                <a16:creationId xmlns:a16="http://schemas.microsoft.com/office/drawing/2014/main" id="{BE1E5C90-8B1C-B4DE-F3D6-292B1348440E}"/>
              </a:ext>
            </a:extLst>
          </p:cNvPr>
          <p:cNvSpPr/>
          <p:nvPr/>
        </p:nvSpPr>
        <p:spPr>
          <a:xfrm rot="5400000" flipV="1">
            <a:off x="6827272" y="3221889"/>
            <a:ext cx="587230" cy="812802"/>
          </a:xfrm>
          <a:prstGeom prst="circularArrow">
            <a:avLst>
              <a:gd name="adj1" fmla="val 6308"/>
              <a:gd name="adj2" fmla="val 1142319"/>
              <a:gd name="adj3" fmla="val 20356568"/>
              <a:gd name="adj4" fmla="val 18160401"/>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ircular Arrow 38">
            <a:extLst>
              <a:ext uri="{FF2B5EF4-FFF2-40B4-BE49-F238E27FC236}">
                <a16:creationId xmlns:a16="http://schemas.microsoft.com/office/drawing/2014/main" id="{83F05444-DDB1-16ED-8AA1-F7341E205A6A}"/>
              </a:ext>
            </a:extLst>
          </p:cNvPr>
          <p:cNvSpPr/>
          <p:nvPr/>
        </p:nvSpPr>
        <p:spPr>
          <a:xfrm rot="5400000" flipV="1">
            <a:off x="6819456" y="5958636"/>
            <a:ext cx="587230" cy="812802"/>
          </a:xfrm>
          <a:prstGeom prst="circularArrow">
            <a:avLst>
              <a:gd name="adj1" fmla="val 6308"/>
              <a:gd name="adj2" fmla="val 1142319"/>
              <a:gd name="adj3" fmla="val 20356568"/>
              <a:gd name="adj4" fmla="val 18160401"/>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Circular Arrow 39">
            <a:extLst>
              <a:ext uri="{FF2B5EF4-FFF2-40B4-BE49-F238E27FC236}">
                <a16:creationId xmlns:a16="http://schemas.microsoft.com/office/drawing/2014/main" id="{EBAEE042-500F-FB2D-0C8C-86D9E54681E3}"/>
              </a:ext>
            </a:extLst>
          </p:cNvPr>
          <p:cNvSpPr/>
          <p:nvPr/>
        </p:nvSpPr>
        <p:spPr>
          <a:xfrm rot="5400000" flipV="1">
            <a:off x="6826178" y="4597012"/>
            <a:ext cx="587230" cy="812802"/>
          </a:xfrm>
          <a:prstGeom prst="circularArrow">
            <a:avLst>
              <a:gd name="adj1" fmla="val 6308"/>
              <a:gd name="adj2" fmla="val 1142319"/>
              <a:gd name="adj3" fmla="val 20356568"/>
              <a:gd name="adj4" fmla="val 18160401"/>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ircular Arrow 45">
            <a:extLst>
              <a:ext uri="{FF2B5EF4-FFF2-40B4-BE49-F238E27FC236}">
                <a16:creationId xmlns:a16="http://schemas.microsoft.com/office/drawing/2014/main" id="{7D0F7C51-E22F-375B-9225-AE770AEC6DE4}"/>
              </a:ext>
            </a:extLst>
          </p:cNvPr>
          <p:cNvSpPr/>
          <p:nvPr/>
        </p:nvSpPr>
        <p:spPr>
          <a:xfrm rot="16200000" flipH="1" flipV="1">
            <a:off x="10611300" y="4266356"/>
            <a:ext cx="587230" cy="812802"/>
          </a:xfrm>
          <a:prstGeom prst="circularArrow">
            <a:avLst>
              <a:gd name="adj1" fmla="val 6308"/>
              <a:gd name="adj2" fmla="val 1142319"/>
              <a:gd name="adj3" fmla="val 20356568"/>
              <a:gd name="adj4" fmla="val 18886776"/>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Circular Arrow 46">
            <a:extLst>
              <a:ext uri="{FF2B5EF4-FFF2-40B4-BE49-F238E27FC236}">
                <a16:creationId xmlns:a16="http://schemas.microsoft.com/office/drawing/2014/main" id="{F5715556-0271-F580-E566-69E5122F6C8E}"/>
              </a:ext>
            </a:extLst>
          </p:cNvPr>
          <p:cNvSpPr/>
          <p:nvPr/>
        </p:nvSpPr>
        <p:spPr>
          <a:xfrm rot="5400000" flipH="1">
            <a:off x="10617739" y="4265244"/>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B9FCE407-3050-88A5-D549-46A48FBC6EF3}"/>
              </a:ext>
            </a:extLst>
          </p:cNvPr>
          <p:cNvSpPr txBox="1"/>
          <p:nvPr/>
        </p:nvSpPr>
        <p:spPr>
          <a:xfrm>
            <a:off x="11209864" y="4524540"/>
            <a:ext cx="644992" cy="369332"/>
          </a:xfrm>
          <a:prstGeom prst="rect">
            <a:avLst/>
          </a:prstGeom>
          <a:noFill/>
        </p:spPr>
        <p:txBody>
          <a:bodyPr wrap="square" rtlCol="0">
            <a:spAutoFit/>
          </a:bodyPr>
          <a:lstStyle/>
          <a:p>
            <a:pPr algn="ctr"/>
            <a:r>
              <a:rPr lang="en-US" dirty="0">
                <a:latin typeface="Avenir Book" panose="02000503020000020003" pitchFamily="2" charset="0"/>
              </a:rPr>
              <a:t>1.00</a:t>
            </a:r>
          </a:p>
        </p:txBody>
      </p:sp>
      <p:sp>
        <p:nvSpPr>
          <p:cNvPr id="50" name="Circular Arrow 49">
            <a:extLst>
              <a:ext uri="{FF2B5EF4-FFF2-40B4-BE49-F238E27FC236}">
                <a16:creationId xmlns:a16="http://schemas.microsoft.com/office/drawing/2014/main" id="{B1FBF997-5CA9-2C01-6F87-76F19A52EAC3}"/>
              </a:ext>
            </a:extLst>
          </p:cNvPr>
          <p:cNvSpPr/>
          <p:nvPr/>
        </p:nvSpPr>
        <p:spPr>
          <a:xfrm rot="16200000" flipH="1" flipV="1">
            <a:off x="10611300" y="2258899"/>
            <a:ext cx="587230" cy="812802"/>
          </a:xfrm>
          <a:prstGeom prst="circularArrow">
            <a:avLst>
              <a:gd name="adj1" fmla="val 6308"/>
              <a:gd name="adj2" fmla="val 1142319"/>
              <a:gd name="adj3" fmla="val 20356568"/>
              <a:gd name="adj4" fmla="val 18886776"/>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Circular Arrow 50">
            <a:extLst>
              <a:ext uri="{FF2B5EF4-FFF2-40B4-BE49-F238E27FC236}">
                <a16:creationId xmlns:a16="http://schemas.microsoft.com/office/drawing/2014/main" id="{577AA9E4-4D83-3518-142D-50CB834CCA31}"/>
              </a:ext>
            </a:extLst>
          </p:cNvPr>
          <p:cNvSpPr/>
          <p:nvPr/>
        </p:nvSpPr>
        <p:spPr>
          <a:xfrm rot="5400000" flipH="1">
            <a:off x="10617739" y="2257787"/>
            <a:ext cx="587230" cy="812802"/>
          </a:xfrm>
          <a:prstGeom prst="circularArrow">
            <a:avLst>
              <a:gd name="adj1" fmla="val 6308"/>
              <a:gd name="adj2" fmla="val 1142319"/>
              <a:gd name="adj3" fmla="val 20356568"/>
              <a:gd name="adj4" fmla="val 12069815"/>
              <a:gd name="adj5" fmla="val 6212"/>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TextBox 51">
            <a:extLst>
              <a:ext uri="{FF2B5EF4-FFF2-40B4-BE49-F238E27FC236}">
                <a16:creationId xmlns:a16="http://schemas.microsoft.com/office/drawing/2014/main" id="{AE0CD6C5-34FE-4E87-FE2F-F29E1920C847}"/>
              </a:ext>
            </a:extLst>
          </p:cNvPr>
          <p:cNvSpPr txBox="1"/>
          <p:nvPr/>
        </p:nvSpPr>
        <p:spPr>
          <a:xfrm>
            <a:off x="11209864" y="2517083"/>
            <a:ext cx="644992" cy="369332"/>
          </a:xfrm>
          <a:prstGeom prst="rect">
            <a:avLst/>
          </a:prstGeom>
          <a:noFill/>
        </p:spPr>
        <p:txBody>
          <a:bodyPr wrap="square" rtlCol="0">
            <a:spAutoFit/>
          </a:bodyPr>
          <a:lstStyle/>
          <a:p>
            <a:pPr algn="ctr"/>
            <a:r>
              <a:rPr lang="en-US" dirty="0">
                <a:latin typeface="Avenir Book" panose="02000503020000020003" pitchFamily="2" charset="0"/>
              </a:rPr>
              <a:t>1.00</a:t>
            </a:r>
          </a:p>
        </p:txBody>
      </p:sp>
      <p:sp>
        <p:nvSpPr>
          <p:cNvPr id="53" name="TextBox 52">
            <a:extLst>
              <a:ext uri="{FF2B5EF4-FFF2-40B4-BE49-F238E27FC236}">
                <a16:creationId xmlns:a16="http://schemas.microsoft.com/office/drawing/2014/main" id="{EA6BAA44-1392-1C7C-670C-BDF6CE531BEE}"/>
              </a:ext>
            </a:extLst>
          </p:cNvPr>
          <p:cNvSpPr txBox="1"/>
          <p:nvPr/>
        </p:nvSpPr>
        <p:spPr>
          <a:xfrm rot="20854022">
            <a:off x="8502483" y="4541694"/>
            <a:ext cx="644992" cy="365760"/>
          </a:xfrm>
          <a:prstGeom prst="rect">
            <a:avLst/>
          </a:prstGeom>
          <a:noFill/>
        </p:spPr>
        <p:txBody>
          <a:bodyPr wrap="square" rtlCol="0">
            <a:spAutoFit/>
          </a:bodyPr>
          <a:lstStyle/>
          <a:p>
            <a:pPr algn="ctr"/>
            <a:r>
              <a:rPr lang="en-US" dirty="0">
                <a:latin typeface="Avenir Book" panose="02000503020000020003" pitchFamily="2" charset="0"/>
              </a:rPr>
              <a:t>0.59</a:t>
            </a:r>
          </a:p>
        </p:txBody>
      </p:sp>
      <p:sp>
        <p:nvSpPr>
          <p:cNvPr id="54" name="TextBox 53">
            <a:extLst>
              <a:ext uri="{FF2B5EF4-FFF2-40B4-BE49-F238E27FC236}">
                <a16:creationId xmlns:a16="http://schemas.microsoft.com/office/drawing/2014/main" id="{9769FAEF-4839-337B-AC07-D21867961FB1}"/>
              </a:ext>
            </a:extLst>
          </p:cNvPr>
          <p:cNvSpPr txBox="1"/>
          <p:nvPr/>
        </p:nvSpPr>
        <p:spPr>
          <a:xfrm rot="19572555">
            <a:off x="8487975" y="5515247"/>
            <a:ext cx="644992" cy="365760"/>
          </a:xfrm>
          <a:prstGeom prst="rect">
            <a:avLst/>
          </a:prstGeom>
          <a:noFill/>
        </p:spPr>
        <p:txBody>
          <a:bodyPr wrap="square" rtlCol="0">
            <a:spAutoFit/>
          </a:bodyPr>
          <a:lstStyle/>
          <a:p>
            <a:pPr algn="ctr"/>
            <a:r>
              <a:rPr lang="en-US" dirty="0">
                <a:latin typeface="Avenir Book" panose="02000503020000020003" pitchFamily="2" charset="0"/>
              </a:rPr>
              <a:t>0.66</a:t>
            </a:r>
          </a:p>
        </p:txBody>
      </p:sp>
      <p:sp>
        <p:nvSpPr>
          <p:cNvPr id="58" name="Circular Arrow 57">
            <a:extLst>
              <a:ext uri="{FF2B5EF4-FFF2-40B4-BE49-F238E27FC236}">
                <a16:creationId xmlns:a16="http://schemas.microsoft.com/office/drawing/2014/main" id="{57CC2C1D-5BCA-239B-1891-7DE1FA65CD72}"/>
              </a:ext>
            </a:extLst>
          </p:cNvPr>
          <p:cNvSpPr/>
          <p:nvPr/>
        </p:nvSpPr>
        <p:spPr>
          <a:xfrm rot="5618017">
            <a:off x="10120749" y="3281248"/>
            <a:ext cx="1075765" cy="777749"/>
          </a:xfrm>
          <a:prstGeom prst="circularArrow">
            <a:avLst>
              <a:gd name="adj1" fmla="val 5386"/>
              <a:gd name="adj2" fmla="val 601373"/>
              <a:gd name="adj3" fmla="val 20346240"/>
              <a:gd name="adj4" fmla="val 12085464"/>
              <a:gd name="adj5" fmla="val 643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Circular Arrow 58">
            <a:extLst>
              <a:ext uri="{FF2B5EF4-FFF2-40B4-BE49-F238E27FC236}">
                <a16:creationId xmlns:a16="http://schemas.microsoft.com/office/drawing/2014/main" id="{BE49FAD3-8D4E-AD9A-5355-3DDEAB4BADD7}"/>
              </a:ext>
            </a:extLst>
          </p:cNvPr>
          <p:cNvSpPr/>
          <p:nvPr/>
        </p:nvSpPr>
        <p:spPr>
          <a:xfrm rot="15981983" flipV="1">
            <a:off x="10129099" y="3264548"/>
            <a:ext cx="1075765" cy="777749"/>
          </a:xfrm>
          <a:prstGeom prst="circularArrow">
            <a:avLst>
              <a:gd name="adj1" fmla="val 5386"/>
              <a:gd name="adj2" fmla="val 601373"/>
              <a:gd name="adj3" fmla="val 20346240"/>
              <a:gd name="adj4" fmla="val 19486716"/>
              <a:gd name="adj5" fmla="val 643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TextBox 59">
            <a:extLst>
              <a:ext uri="{FF2B5EF4-FFF2-40B4-BE49-F238E27FC236}">
                <a16:creationId xmlns:a16="http://schemas.microsoft.com/office/drawing/2014/main" id="{5B90E128-69F4-C50C-4311-AF5C9F9B4837}"/>
              </a:ext>
            </a:extLst>
          </p:cNvPr>
          <p:cNvSpPr txBox="1"/>
          <p:nvPr/>
        </p:nvSpPr>
        <p:spPr>
          <a:xfrm>
            <a:off x="10937361" y="3451876"/>
            <a:ext cx="644992" cy="365760"/>
          </a:xfrm>
          <a:prstGeom prst="rect">
            <a:avLst/>
          </a:prstGeom>
          <a:noFill/>
        </p:spPr>
        <p:txBody>
          <a:bodyPr wrap="square" rtlCol="0">
            <a:spAutoFit/>
          </a:bodyPr>
          <a:lstStyle/>
          <a:p>
            <a:pPr algn="ctr"/>
            <a:r>
              <a:rPr lang="en-US" dirty="0">
                <a:latin typeface="Avenir Book" panose="02000503020000020003" pitchFamily="2" charset="0"/>
              </a:rPr>
              <a:t>0.76</a:t>
            </a:r>
          </a:p>
        </p:txBody>
      </p:sp>
      <p:sp>
        <p:nvSpPr>
          <p:cNvPr id="11" name="Oval 10">
            <a:extLst>
              <a:ext uri="{FF2B5EF4-FFF2-40B4-BE49-F238E27FC236}">
                <a16:creationId xmlns:a16="http://schemas.microsoft.com/office/drawing/2014/main" id="{3AA61C0B-B551-D7B4-E290-A4B0386D0F9C}"/>
              </a:ext>
            </a:extLst>
          </p:cNvPr>
          <p:cNvSpPr>
            <a:spLocks noChangeAspect="1"/>
          </p:cNvSpPr>
          <p:nvPr/>
        </p:nvSpPr>
        <p:spPr>
          <a:xfrm>
            <a:off x="9590553" y="1972407"/>
            <a:ext cx="1371600" cy="1371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atin typeface="Avenir Book" panose="02000503020000020003" pitchFamily="2" charset="0"/>
              </a:rPr>
              <a:t>CgCn</a:t>
            </a:r>
            <a:endParaRPr lang="en-US" sz="2400" dirty="0">
              <a:latin typeface="Avenir Book" panose="02000503020000020003" pitchFamily="2" charset="0"/>
            </a:endParaRPr>
          </a:p>
        </p:txBody>
      </p:sp>
      <p:sp>
        <p:nvSpPr>
          <p:cNvPr id="12" name="Oval 11">
            <a:extLst>
              <a:ext uri="{FF2B5EF4-FFF2-40B4-BE49-F238E27FC236}">
                <a16:creationId xmlns:a16="http://schemas.microsoft.com/office/drawing/2014/main" id="{C33EA174-87BA-C526-A06D-9CBCFB3423EE}"/>
              </a:ext>
            </a:extLst>
          </p:cNvPr>
          <p:cNvSpPr>
            <a:spLocks noChangeAspect="1"/>
          </p:cNvSpPr>
          <p:nvPr/>
        </p:nvSpPr>
        <p:spPr>
          <a:xfrm>
            <a:off x="9590553" y="3985845"/>
            <a:ext cx="1371600" cy="13716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atin typeface="Avenir Book" panose="02000503020000020003" pitchFamily="2" charset="0"/>
              </a:rPr>
              <a:t>Mmry</a:t>
            </a:r>
            <a:endParaRPr lang="en-US" sz="2400" dirty="0">
              <a:latin typeface="Avenir Book" panose="02000503020000020003" pitchFamily="2" charset="0"/>
            </a:endParaRPr>
          </a:p>
        </p:txBody>
      </p:sp>
    </p:spTree>
    <p:extLst>
      <p:ext uri="{BB962C8B-B14F-4D97-AF65-F5344CB8AC3E}">
        <p14:creationId xmlns:p14="http://schemas.microsoft.com/office/powerpoint/2010/main" val="127520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1C945-F90B-40EC-59A4-F8AEC365D8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07286D-9602-F061-9E58-8D23A328BDB6}"/>
              </a:ext>
            </a:extLst>
          </p:cNvPr>
          <p:cNvPicPr>
            <a:picLocks noChangeAspect="1"/>
          </p:cNvPicPr>
          <p:nvPr/>
        </p:nvPicPr>
        <p:blipFill>
          <a:blip r:embed="rId3"/>
          <a:srcRect/>
          <a:stretch/>
        </p:blipFill>
        <p:spPr>
          <a:xfrm>
            <a:off x="5263342" y="1737039"/>
            <a:ext cx="3657600" cy="3657600"/>
          </a:xfrm>
          <a:prstGeom prst="rect">
            <a:avLst/>
          </a:prstGeom>
        </p:spPr>
      </p:pic>
      <p:pic>
        <p:nvPicPr>
          <p:cNvPr id="8" name="Picture 7">
            <a:extLst>
              <a:ext uri="{FF2B5EF4-FFF2-40B4-BE49-F238E27FC236}">
                <a16:creationId xmlns:a16="http://schemas.microsoft.com/office/drawing/2014/main" id="{6178CF5F-40FD-0283-D979-B7702A8E8A91}"/>
              </a:ext>
            </a:extLst>
          </p:cNvPr>
          <p:cNvPicPr>
            <a:picLocks noChangeAspect="1"/>
          </p:cNvPicPr>
          <p:nvPr/>
        </p:nvPicPr>
        <p:blipFill>
          <a:blip r:embed="rId4"/>
          <a:srcRect/>
          <a:stretch/>
        </p:blipFill>
        <p:spPr>
          <a:xfrm>
            <a:off x="3434543" y="1737039"/>
            <a:ext cx="1828800" cy="1828800"/>
          </a:xfrm>
          <a:prstGeom prst="rect">
            <a:avLst/>
          </a:prstGeom>
        </p:spPr>
      </p:pic>
      <p:pic>
        <p:nvPicPr>
          <p:cNvPr id="14" name="Picture 13">
            <a:extLst>
              <a:ext uri="{FF2B5EF4-FFF2-40B4-BE49-F238E27FC236}">
                <a16:creationId xmlns:a16="http://schemas.microsoft.com/office/drawing/2014/main" id="{34296C57-0BC9-4468-1E87-E3DA51B445D1}"/>
              </a:ext>
            </a:extLst>
          </p:cNvPr>
          <p:cNvPicPr>
            <a:picLocks noChangeAspect="1"/>
          </p:cNvPicPr>
          <p:nvPr/>
        </p:nvPicPr>
        <p:blipFill>
          <a:blip r:embed="rId5"/>
          <a:srcRect/>
          <a:stretch/>
        </p:blipFill>
        <p:spPr>
          <a:xfrm>
            <a:off x="3434542" y="3566944"/>
            <a:ext cx="1828800" cy="1828800"/>
          </a:xfrm>
          <a:prstGeom prst="rect">
            <a:avLst/>
          </a:prstGeom>
        </p:spPr>
      </p:pic>
      <p:sp>
        <p:nvSpPr>
          <p:cNvPr id="39" name="TextBox 38">
            <a:extLst>
              <a:ext uri="{FF2B5EF4-FFF2-40B4-BE49-F238E27FC236}">
                <a16:creationId xmlns:a16="http://schemas.microsoft.com/office/drawing/2014/main" id="{7E7A348D-8415-B5C4-6C51-06E16ADAD6ED}"/>
              </a:ext>
            </a:extLst>
          </p:cNvPr>
          <p:cNvSpPr txBox="1"/>
          <p:nvPr/>
        </p:nvSpPr>
        <p:spPr>
          <a:xfrm>
            <a:off x="3348707" y="1435665"/>
            <a:ext cx="417102" cy="369332"/>
          </a:xfrm>
          <a:prstGeom prst="rect">
            <a:avLst/>
          </a:prstGeom>
          <a:noFill/>
        </p:spPr>
        <p:txBody>
          <a:bodyPr wrap="none" rtlCol="0">
            <a:spAutoFit/>
          </a:bodyPr>
          <a:lstStyle/>
          <a:p>
            <a:pPr algn="ctr"/>
            <a:r>
              <a:rPr lang="en-US" b="1" dirty="0">
                <a:latin typeface="Avenir Book" panose="02000503020000020003" pitchFamily="2" charset="0"/>
              </a:rPr>
              <a:t>A.</a:t>
            </a:r>
          </a:p>
        </p:txBody>
      </p:sp>
      <p:sp>
        <p:nvSpPr>
          <p:cNvPr id="40" name="TextBox 39">
            <a:extLst>
              <a:ext uri="{FF2B5EF4-FFF2-40B4-BE49-F238E27FC236}">
                <a16:creationId xmlns:a16="http://schemas.microsoft.com/office/drawing/2014/main" id="{CD0DF852-707A-12D8-6709-527BDC3E1723}"/>
              </a:ext>
            </a:extLst>
          </p:cNvPr>
          <p:cNvSpPr txBox="1"/>
          <p:nvPr/>
        </p:nvSpPr>
        <p:spPr>
          <a:xfrm>
            <a:off x="5150242" y="1435665"/>
            <a:ext cx="420308" cy="369332"/>
          </a:xfrm>
          <a:prstGeom prst="rect">
            <a:avLst/>
          </a:prstGeom>
          <a:noFill/>
        </p:spPr>
        <p:txBody>
          <a:bodyPr wrap="none" rtlCol="0">
            <a:spAutoFit/>
          </a:bodyPr>
          <a:lstStyle/>
          <a:p>
            <a:pPr algn="ctr"/>
            <a:r>
              <a:rPr lang="en-US" b="1" dirty="0">
                <a:latin typeface="Avenir Book" panose="02000503020000020003" pitchFamily="2" charset="0"/>
              </a:rPr>
              <a:t>C.</a:t>
            </a:r>
          </a:p>
        </p:txBody>
      </p:sp>
      <p:sp>
        <p:nvSpPr>
          <p:cNvPr id="3" name="TextBox 2">
            <a:extLst>
              <a:ext uri="{FF2B5EF4-FFF2-40B4-BE49-F238E27FC236}">
                <a16:creationId xmlns:a16="http://schemas.microsoft.com/office/drawing/2014/main" id="{E2221498-C390-DA49-C9EB-B34046A60ACE}"/>
              </a:ext>
            </a:extLst>
          </p:cNvPr>
          <p:cNvSpPr txBox="1"/>
          <p:nvPr/>
        </p:nvSpPr>
        <p:spPr>
          <a:xfrm>
            <a:off x="3348707" y="3284785"/>
            <a:ext cx="404278" cy="369332"/>
          </a:xfrm>
          <a:prstGeom prst="rect">
            <a:avLst/>
          </a:prstGeom>
          <a:noFill/>
        </p:spPr>
        <p:txBody>
          <a:bodyPr wrap="none" rtlCol="0">
            <a:spAutoFit/>
          </a:bodyPr>
          <a:lstStyle/>
          <a:p>
            <a:pPr algn="ctr"/>
            <a:r>
              <a:rPr lang="en-US" b="1" dirty="0">
                <a:latin typeface="Avenir Book" panose="02000503020000020003" pitchFamily="2" charset="0"/>
              </a:rPr>
              <a:t>B.</a:t>
            </a:r>
          </a:p>
        </p:txBody>
      </p:sp>
    </p:spTree>
    <p:extLst>
      <p:ext uri="{BB962C8B-B14F-4D97-AF65-F5344CB8AC3E}">
        <p14:creationId xmlns:p14="http://schemas.microsoft.com/office/powerpoint/2010/main" val="13490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5E72907-C1C5-38B8-4CFB-D088CC705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693E5-4B24-E6D4-4411-AC393FF97A6E}"/>
              </a:ext>
            </a:extLst>
          </p:cNvPr>
          <p:cNvSpPr>
            <a:spLocks noGrp="1"/>
          </p:cNvSpPr>
          <p:nvPr>
            <p:ph type="title"/>
          </p:nvPr>
        </p:nvSpPr>
        <p:spPr>
          <a:xfrm>
            <a:off x="0" y="2766218"/>
            <a:ext cx="12192000" cy="1325563"/>
          </a:xfrm>
        </p:spPr>
        <p:txBody>
          <a:bodyPr/>
          <a:lstStyle/>
          <a:p>
            <a:pPr algn="ctr"/>
            <a:r>
              <a:rPr lang="en-US" b="1" dirty="0">
                <a:solidFill>
                  <a:schemeClr val="bg1"/>
                </a:solidFill>
                <a:latin typeface="Avenir Book" panose="02000503020000020003" pitchFamily="2" charset="0"/>
              </a:rPr>
              <a:t>Supplemental Materials</a:t>
            </a:r>
          </a:p>
        </p:txBody>
      </p:sp>
    </p:spTree>
    <p:extLst>
      <p:ext uri="{BB962C8B-B14F-4D97-AF65-F5344CB8AC3E}">
        <p14:creationId xmlns:p14="http://schemas.microsoft.com/office/powerpoint/2010/main" val="126952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A1DE61-95E9-4E6A-7C63-63DB88DEF878}"/>
              </a:ext>
            </a:extLst>
          </p:cNvPr>
          <p:cNvPicPr>
            <a:picLocks noChangeAspect="1"/>
          </p:cNvPicPr>
          <p:nvPr/>
        </p:nvPicPr>
        <p:blipFill>
          <a:blip r:embed="rId3"/>
          <a:srcRect/>
          <a:stretch/>
        </p:blipFill>
        <p:spPr>
          <a:xfrm>
            <a:off x="3364675" y="1174014"/>
            <a:ext cx="5878284" cy="4571999"/>
          </a:xfrm>
          <a:prstGeom prst="rect">
            <a:avLst/>
          </a:prstGeom>
        </p:spPr>
      </p:pic>
      <p:sp>
        <p:nvSpPr>
          <p:cNvPr id="5" name="TextBox 4">
            <a:extLst>
              <a:ext uri="{FF2B5EF4-FFF2-40B4-BE49-F238E27FC236}">
                <a16:creationId xmlns:a16="http://schemas.microsoft.com/office/drawing/2014/main" id="{524B854A-ABF2-2AAA-DAA4-F124A5819857}"/>
              </a:ext>
            </a:extLst>
          </p:cNvPr>
          <p:cNvSpPr txBox="1"/>
          <p:nvPr/>
        </p:nvSpPr>
        <p:spPr>
          <a:xfrm>
            <a:off x="4214449" y="4791306"/>
            <a:ext cx="702436" cy="215444"/>
          </a:xfrm>
          <a:prstGeom prst="rect">
            <a:avLst/>
          </a:prstGeom>
          <a:solidFill>
            <a:srgbClr val="F96302"/>
          </a:solidFill>
        </p:spPr>
        <p:txBody>
          <a:bodyPr wrap="none" rtlCol="0">
            <a:spAutoFit/>
          </a:bodyPr>
          <a:lstStyle/>
          <a:p>
            <a:pPr algn="ctr"/>
            <a:r>
              <a:rPr lang="en-US" sz="800" i="1" dirty="0">
                <a:solidFill>
                  <a:schemeClr val="bg1"/>
                </a:solidFill>
                <a:latin typeface="Avenir Book" panose="02000503020000020003" pitchFamily="2" charset="0"/>
              </a:rPr>
              <a:t>N</a:t>
            </a:r>
            <a:r>
              <a:rPr lang="en-US" sz="800" baseline="-25000" dirty="0">
                <a:solidFill>
                  <a:schemeClr val="bg1"/>
                </a:solidFill>
                <a:latin typeface="Avenir Book" panose="02000503020000020003" pitchFamily="2" charset="0"/>
              </a:rPr>
              <a:t>8-10</a:t>
            </a:r>
            <a:r>
              <a:rPr lang="en-US" sz="800" dirty="0">
                <a:solidFill>
                  <a:schemeClr val="bg1"/>
                </a:solidFill>
                <a:latin typeface="Avenir Book" panose="02000503020000020003" pitchFamily="2" charset="0"/>
              </a:rPr>
              <a:t> = 306</a:t>
            </a:r>
          </a:p>
        </p:txBody>
      </p:sp>
      <p:sp>
        <p:nvSpPr>
          <p:cNvPr id="6" name="TextBox 5">
            <a:extLst>
              <a:ext uri="{FF2B5EF4-FFF2-40B4-BE49-F238E27FC236}">
                <a16:creationId xmlns:a16="http://schemas.microsoft.com/office/drawing/2014/main" id="{F1BBDBD2-2329-D6A2-6A41-82A30B3F9EB3}"/>
              </a:ext>
            </a:extLst>
          </p:cNvPr>
          <p:cNvSpPr txBox="1"/>
          <p:nvPr/>
        </p:nvSpPr>
        <p:spPr>
          <a:xfrm>
            <a:off x="5047437" y="4791306"/>
            <a:ext cx="740907" cy="215444"/>
          </a:xfrm>
          <a:prstGeom prst="rect">
            <a:avLst/>
          </a:prstGeom>
          <a:solidFill>
            <a:srgbClr val="DC2004"/>
          </a:solidFill>
        </p:spPr>
        <p:txBody>
          <a:bodyPr wrap="none" rtlCol="0">
            <a:spAutoFit/>
          </a:bodyPr>
          <a:lstStyle/>
          <a:p>
            <a:pPr algn="ctr"/>
            <a:r>
              <a:rPr lang="en-US" sz="800" i="1" dirty="0">
                <a:solidFill>
                  <a:schemeClr val="bg1"/>
                </a:solidFill>
                <a:latin typeface="Avenir Book" panose="02000503020000020003" pitchFamily="2" charset="0"/>
              </a:rPr>
              <a:t>N</a:t>
            </a:r>
            <a:r>
              <a:rPr lang="en-US" sz="800" baseline="-25000" dirty="0">
                <a:solidFill>
                  <a:schemeClr val="bg1"/>
                </a:solidFill>
                <a:latin typeface="Avenir Book" panose="02000503020000020003" pitchFamily="2" charset="0"/>
              </a:rPr>
              <a:t>11-13</a:t>
            </a:r>
            <a:r>
              <a:rPr lang="en-US" sz="800" dirty="0">
                <a:solidFill>
                  <a:schemeClr val="bg1"/>
                </a:solidFill>
                <a:latin typeface="Avenir Book" panose="02000503020000020003" pitchFamily="2" charset="0"/>
              </a:rPr>
              <a:t> = 223</a:t>
            </a:r>
          </a:p>
        </p:txBody>
      </p:sp>
      <p:sp>
        <p:nvSpPr>
          <p:cNvPr id="7" name="TextBox 6">
            <a:extLst>
              <a:ext uri="{FF2B5EF4-FFF2-40B4-BE49-F238E27FC236}">
                <a16:creationId xmlns:a16="http://schemas.microsoft.com/office/drawing/2014/main" id="{6940B24D-AEB5-E6E0-A176-4E442815AB86}"/>
              </a:ext>
            </a:extLst>
          </p:cNvPr>
          <p:cNvSpPr txBox="1"/>
          <p:nvPr/>
        </p:nvSpPr>
        <p:spPr>
          <a:xfrm>
            <a:off x="6040614" y="4791305"/>
            <a:ext cx="740907" cy="215444"/>
          </a:xfrm>
          <a:prstGeom prst="rect">
            <a:avLst/>
          </a:prstGeom>
          <a:solidFill>
            <a:srgbClr val="F11D80"/>
          </a:solidFill>
        </p:spPr>
        <p:txBody>
          <a:bodyPr wrap="none" rtlCol="0">
            <a:spAutoFit/>
          </a:bodyPr>
          <a:lstStyle/>
          <a:p>
            <a:pPr algn="ctr"/>
            <a:r>
              <a:rPr lang="en-US" sz="800" i="1" dirty="0">
                <a:solidFill>
                  <a:schemeClr val="bg1"/>
                </a:solidFill>
                <a:latin typeface="Avenir Book" panose="02000503020000020003" pitchFamily="2" charset="0"/>
              </a:rPr>
              <a:t>N</a:t>
            </a:r>
            <a:r>
              <a:rPr lang="en-US" sz="800" baseline="-25000" dirty="0">
                <a:solidFill>
                  <a:schemeClr val="bg1"/>
                </a:solidFill>
                <a:latin typeface="Avenir Book" panose="02000503020000020003" pitchFamily="2" charset="0"/>
              </a:rPr>
              <a:t>14-17</a:t>
            </a:r>
            <a:r>
              <a:rPr lang="en-US" sz="800" dirty="0">
                <a:solidFill>
                  <a:schemeClr val="bg1"/>
                </a:solidFill>
                <a:latin typeface="Avenir Book" panose="02000503020000020003" pitchFamily="2" charset="0"/>
              </a:rPr>
              <a:t> = 297</a:t>
            </a:r>
          </a:p>
        </p:txBody>
      </p:sp>
      <p:sp>
        <p:nvSpPr>
          <p:cNvPr id="8" name="TextBox 7">
            <a:extLst>
              <a:ext uri="{FF2B5EF4-FFF2-40B4-BE49-F238E27FC236}">
                <a16:creationId xmlns:a16="http://schemas.microsoft.com/office/drawing/2014/main" id="{A8D8D510-546E-3336-C406-B7B8E84D73B1}"/>
              </a:ext>
            </a:extLst>
          </p:cNvPr>
          <p:cNvSpPr txBox="1"/>
          <p:nvPr/>
        </p:nvSpPr>
        <p:spPr>
          <a:xfrm>
            <a:off x="7176999" y="4791304"/>
            <a:ext cx="740907" cy="215444"/>
          </a:xfrm>
          <a:prstGeom prst="rect">
            <a:avLst/>
          </a:prstGeom>
          <a:solidFill>
            <a:srgbClr val="9C2F71"/>
          </a:solidFill>
        </p:spPr>
        <p:txBody>
          <a:bodyPr wrap="none" rtlCol="0">
            <a:spAutoFit/>
          </a:bodyPr>
          <a:lstStyle/>
          <a:p>
            <a:pPr algn="ctr"/>
            <a:r>
              <a:rPr lang="en-US" sz="800" i="1" dirty="0">
                <a:solidFill>
                  <a:schemeClr val="bg1"/>
                </a:solidFill>
                <a:latin typeface="Avenir Book" panose="02000503020000020003" pitchFamily="2" charset="0"/>
              </a:rPr>
              <a:t>N</a:t>
            </a:r>
            <a:r>
              <a:rPr lang="en-US" sz="800" baseline="-25000" dirty="0">
                <a:solidFill>
                  <a:schemeClr val="bg1"/>
                </a:solidFill>
                <a:latin typeface="Avenir Book" panose="02000503020000020003" pitchFamily="2" charset="0"/>
              </a:rPr>
              <a:t>18-21</a:t>
            </a:r>
            <a:r>
              <a:rPr lang="en-US" sz="800" dirty="0">
                <a:solidFill>
                  <a:schemeClr val="bg1"/>
                </a:solidFill>
                <a:latin typeface="Avenir Book" panose="02000503020000020003" pitchFamily="2" charset="0"/>
              </a:rPr>
              <a:t> = 223</a:t>
            </a:r>
          </a:p>
        </p:txBody>
      </p:sp>
    </p:spTree>
    <p:extLst>
      <p:ext uri="{BB962C8B-B14F-4D97-AF65-F5344CB8AC3E}">
        <p14:creationId xmlns:p14="http://schemas.microsoft.com/office/powerpoint/2010/main" val="1689017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5A8A53-0706-216C-D148-AF438D2468FF}"/>
              </a:ext>
            </a:extLst>
          </p:cNvPr>
          <p:cNvPicPr>
            <a:picLocks noChangeAspect="1"/>
          </p:cNvPicPr>
          <p:nvPr/>
        </p:nvPicPr>
        <p:blipFill>
          <a:blip r:embed="rId3"/>
          <a:srcRect/>
          <a:stretch/>
        </p:blipFill>
        <p:spPr>
          <a:xfrm>
            <a:off x="5883493" y="3498275"/>
            <a:ext cx="2351313" cy="1828799"/>
          </a:xfrm>
          <a:prstGeom prst="rect">
            <a:avLst/>
          </a:prstGeom>
        </p:spPr>
      </p:pic>
      <p:pic>
        <p:nvPicPr>
          <p:cNvPr id="5" name="Picture 4">
            <a:extLst>
              <a:ext uri="{FF2B5EF4-FFF2-40B4-BE49-F238E27FC236}">
                <a16:creationId xmlns:a16="http://schemas.microsoft.com/office/drawing/2014/main" id="{0C08A4D5-D1C7-4942-CDAA-28F325C3BB0B}"/>
              </a:ext>
            </a:extLst>
          </p:cNvPr>
          <p:cNvPicPr>
            <a:picLocks noChangeAspect="1"/>
          </p:cNvPicPr>
          <p:nvPr/>
        </p:nvPicPr>
        <p:blipFill>
          <a:blip r:embed="rId4"/>
          <a:srcRect/>
          <a:stretch/>
        </p:blipFill>
        <p:spPr>
          <a:xfrm>
            <a:off x="3761772" y="3498275"/>
            <a:ext cx="2351314" cy="1828799"/>
          </a:xfrm>
          <a:prstGeom prst="rect">
            <a:avLst/>
          </a:prstGeom>
        </p:spPr>
      </p:pic>
      <p:pic>
        <p:nvPicPr>
          <p:cNvPr id="4" name="Picture 3">
            <a:extLst>
              <a:ext uri="{FF2B5EF4-FFF2-40B4-BE49-F238E27FC236}">
                <a16:creationId xmlns:a16="http://schemas.microsoft.com/office/drawing/2014/main" id="{CAF52181-17E4-4593-598B-E047ADC7228C}"/>
              </a:ext>
            </a:extLst>
          </p:cNvPr>
          <p:cNvPicPr>
            <a:picLocks noChangeAspect="1"/>
          </p:cNvPicPr>
          <p:nvPr/>
        </p:nvPicPr>
        <p:blipFill>
          <a:blip r:embed="rId5"/>
          <a:srcRect/>
          <a:stretch/>
        </p:blipFill>
        <p:spPr>
          <a:xfrm>
            <a:off x="6943629" y="1669477"/>
            <a:ext cx="2351313" cy="1828799"/>
          </a:xfrm>
          <a:prstGeom prst="rect">
            <a:avLst/>
          </a:prstGeom>
        </p:spPr>
      </p:pic>
      <p:pic>
        <p:nvPicPr>
          <p:cNvPr id="3" name="Picture 2">
            <a:extLst>
              <a:ext uri="{FF2B5EF4-FFF2-40B4-BE49-F238E27FC236}">
                <a16:creationId xmlns:a16="http://schemas.microsoft.com/office/drawing/2014/main" id="{AACAAC29-E8CC-8D96-C5C5-85A317C2CEC1}"/>
              </a:ext>
            </a:extLst>
          </p:cNvPr>
          <p:cNvPicPr>
            <a:picLocks noChangeAspect="1"/>
          </p:cNvPicPr>
          <p:nvPr/>
        </p:nvPicPr>
        <p:blipFill>
          <a:blip r:embed="rId6"/>
          <a:srcRect/>
          <a:stretch/>
        </p:blipFill>
        <p:spPr>
          <a:xfrm>
            <a:off x="4823356" y="1669476"/>
            <a:ext cx="2351314" cy="1828799"/>
          </a:xfrm>
          <a:prstGeom prst="rect">
            <a:avLst/>
          </a:prstGeom>
        </p:spPr>
      </p:pic>
      <p:pic>
        <p:nvPicPr>
          <p:cNvPr id="2" name="Picture 1">
            <a:extLst>
              <a:ext uri="{FF2B5EF4-FFF2-40B4-BE49-F238E27FC236}">
                <a16:creationId xmlns:a16="http://schemas.microsoft.com/office/drawing/2014/main" id="{C761676C-5EAE-5133-7853-26A08E870B0F}"/>
              </a:ext>
            </a:extLst>
          </p:cNvPr>
          <p:cNvPicPr>
            <a:picLocks noChangeAspect="1"/>
          </p:cNvPicPr>
          <p:nvPr/>
        </p:nvPicPr>
        <p:blipFill>
          <a:blip r:embed="rId7"/>
          <a:srcRect/>
          <a:stretch/>
        </p:blipFill>
        <p:spPr>
          <a:xfrm>
            <a:off x="2701636" y="1669477"/>
            <a:ext cx="2351314" cy="1828799"/>
          </a:xfrm>
          <a:prstGeom prst="rect">
            <a:avLst/>
          </a:prstGeom>
        </p:spPr>
      </p:pic>
    </p:spTree>
    <p:extLst>
      <p:ext uri="{BB962C8B-B14F-4D97-AF65-F5344CB8AC3E}">
        <p14:creationId xmlns:p14="http://schemas.microsoft.com/office/powerpoint/2010/main" val="1176328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number of objects&#10;&#10;Description automatically generated with medium confidence">
            <a:extLst>
              <a:ext uri="{FF2B5EF4-FFF2-40B4-BE49-F238E27FC236}">
                <a16:creationId xmlns:a16="http://schemas.microsoft.com/office/drawing/2014/main" id="{2DC41FB3-D49C-2921-B76E-85DE10CB25AD}"/>
              </a:ext>
            </a:extLst>
          </p:cNvPr>
          <p:cNvPicPr>
            <a:picLocks noChangeAspect="1"/>
          </p:cNvPicPr>
          <p:nvPr/>
        </p:nvPicPr>
        <p:blipFill rotWithShape="1">
          <a:blip r:embed="rId3"/>
          <a:srcRect t="11539" r="20937" b="13462"/>
          <a:stretch/>
        </p:blipFill>
        <p:spPr>
          <a:xfrm>
            <a:off x="3156413" y="1203958"/>
            <a:ext cx="4819650" cy="4572000"/>
          </a:xfrm>
          <a:prstGeom prst="rect">
            <a:avLst/>
          </a:prstGeom>
        </p:spPr>
      </p:pic>
      <p:pic>
        <p:nvPicPr>
          <p:cNvPr id="12" name="Picture 11" descr="A diagram of a number of objects&#10;&#10;Description automatically generated with medium confidence">
            <a:extLst>
              <a:ext uri="{FF2B5EF4-FFF2-40B4-BE49-F238E27FC236}">
                <a16:creationId xmlns:a16="http://schemas.microsoft.com/office/drawing/2014/main" id="{9A42F810-F483-934B-DEDD-C33143C1E91A}"/>
              </a:ext>
            </a:extLst>
          </p:cNvPr>
          <p:cNvPicPr>
            <a:picLocks noChangeAspect="1"/>
          </p:cNvPicPr>
          <p:nvPr/>
        </p:nvPicPr>
        <p:blipFill rotWithShape="1">
          <a:blip r:embed="rId3"/>
          <a:srcRect l="79562" t="11539" r="3000" b="13462"/>
          <a:stretch/>
        </p:blipFill>
        <p:spPr>
          <a:xfrm>
            <a:off x="7725386" y="1203958"/>
            <a:ext cx="1062990" cy="4572000"/>
          </a:xfrm>
          <a:prstGeom prst="rect">
            <a:avLst/>
          </a:prstGeom>
        </p:spPr>
      </p:pic>
      <p:sp>
        <p:nvSpPr>
          <p:cNvPr id="13" name="Rectangle 12">
            <a:extLst>
              <a:ext uri="{FF2B5EF4-FFF2-40B4-BE49-F238E27FC236}">
                <a16:creationId xmlns:a16="http://schemas.microsoft.com/office/drawing/2014/main" id="{A530301B-A38B-6714-5A99-A29CBAF8E221}"/>
              </a:ext>
            </a:extLst>
          </p:cNvPr>
          <p:cNvSpPr/>
          <p:nvPr/>
        </p:nvSpPr>
        <p:spPr>
          <a:xfrm>
            <a:off x="7852682" y="1821491"/>
            <a:ext cx="469726" cy="224685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3415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5AC5DE-86D2-9E57-00E9-8DCF7D99DDE5}"/>
              </a:ext>
            </a:extLst>
          </p:cNvPr>
          <p:cNvPicPr>
            <a:picLocks noChangeAspect="1"/>
          </p:cNvPicPr>
          <p:nvPr/>
        </p:nvPicPr>
        <p:blipFill>
          <a:blip r:embed="rId3"/>
          <a:srcRect/>
          <a:stretch/>
        </p:blipFill>
        <p:spPr>
          <a:xfrm>
            <a:off x="5515197" y="269073"/>
            <a:ext cx="4235738" cy="6588927"/>
          </a:xfrm>
          <a:prstGeom prst="rect">
            <a:avLst/>
          </a:prstGeom>
        </p:spPr>
      </p:pic>
      <p:sp>
        <p:nvSpPr>
          <p:cNvPr id="9" name="TextBox 8">
            <a:extLst>
              <a:ext uri="{FF2B5EF4-FFF2-40B4-BE49-F238E27FC236}">
                <a16:creationId xmlns:a16="http://schemas.microsoft.com/office/drawing/2014/main" id="{4195360E-A055-AFD2-B163-E6B29E8B1949}"/>
              </a:ext>
            </a:extLst>
          </p:cNvPr>
          <p:cNvSpPr txBox="1"/>
          <p:nvPr/>
        </p:nvSpPr>
        <p:spPr>
          <a:xfrm>
            <a:off x="5664084" y="169927"/>
            <a:ext cx="1828800" cy="276999"/>
          </a:xfrm>
          <a:prstGeom prst="rect">
            <a:avLst/>
          </a:prstGeom>
          <a:solidFill>
            <a:srgbClr val="F96302"/>
          </a:solidFill>
        </p:spPr>
        <p:txBody>
          <a:bodyPr wrap="square" rtlCol="0" anchor="ctr">
            <a:spAutoFit/>
          </a:bodyPr>
          <a:lstStyle/>
          <a:p>
            <a:pPr algn="ctr"/>
            <a:r>
              <a:rPr lang="en-US" sz="1200" b="1" i="1" dirty="0">
                <a:solidFill>
                  <a:schemeClr val="bg1"/>
                </a:solidFill>
                <a:latin typeface="Avenir Book" panose="02000503020000020003" pitchFamily="2" charset="0"/>
              </a:rPr>
              <a:t>8-10 Years</a:t>
            </a:r>
          </a:p>
        </p:txBody>
      </p:sp>
      <p:sp>
        <p:nvSpPr>
          <p:cNvPr id="11" name="TextBox 10">
            <a:extLst>
              <a:ext uri="{FF2B5EF4-FFF2-40B4-BE49-F238E27FC236}">
                <a16:creationId xmlns:a16="http://schemas.microsoft.com/office/drawing/2014/main" id="{139041E4-7FBF-EEED-E9B9-FF26DEB9FD7D}"/>
              </a:ext>
            </a:extLst>
          </p:cNvPr>
          <p:cNvSpPr txBox="1"/>
          <p:nvPr/>
        </p:nvSpPr>
        <p:spPr>
          <a:xfrm>
            <a:off x="7781953" y="169926"/>
            <a:ext cx="1828800" cy="276999"/>
          </a:xfrm>
          <a:prstGeom prst="rect">
            <a:avLst/>
          </a:prstGeom>
          <a:solidFill>
            <a:srgbClr val="DC2004"/>
          </a:solidFill>
        </p:spPr>
        <p:txBody>
          <a:bodyPr wrap="square" rtlCol="0" anchor="ctr">
            <a:spAutoFit/>
          </a:bodyPr>
          <a:lstStyle/>
          <a:p>
            <a:pPr algn="ctr"/>
            <a:r>
              <a:rPr lang="en-US" sz="1200" b="1" i="1" dirty="0">
                <a:solidFill>
                  <a:schemeClr val="bg1"/>
                </a:solidFill>
                <a:latin typeface="Avenir Book" panose="02000503020000020003" pitchFamily="2" charset="0"/>
              </a:rPr>
              <a:t>11-13 Years</a:t>
            </a:r>
          </a:p>
        </p:txBody>
      </p:sp>
      <p:sp>
        <p:nvSpPr>
          <p:cNvPr id="12" name="TextBox 11">
            <a:extLst>
              <a:ext uri="{FF2B5EF4-FFF2-40B4-BE49-F238E27FC236}">
                <a16:creationId xmlns:a16="http://schemas.microsoft.com/office/drawing/2014/main" id="{500BB4C7-5877-1CB2-44F7-8318FC738BD5}"/>
              </a:ext>
            </a:extLst>
          </p:cNvPr>
          <p:cNvSpPr txBox="1"/>
          <p:nvPr/>
        </p:nvSpPr>
        <p:spPr>
          <a:xfrm>
            <a:off x="5664084" y="3469133"/>
            <a:ext cx="1828800" cy="276999"/>
          </a:xfrm>
          <a:prstGeom prst="rect">
            <a:avLst/>
          </a:prstGeom>
          <a:solidFill>
            <a:srgbClr val="F11D80"/>
          </a:solidFill>
        </p:spPr>
        <p:txBody>
          <a:bodyPr wrap="square" rtlCol="0" anchor="ctr">
            <a:spAutoFit/>
          </a:bodyPr>
          <a:lstStyle/>
          <a:p>
            <a:pPr algn="ctr"/>
            <a:r>
              <a:rPr lang="en-US" sz="1200" b="1" i="1" dirty="0">
                <a:solidFill>
                  <a:schemeClr val="bg1"/>
                </a:solidFill>
                <a:latin typeface="Avenir Book" panose="02000503020000020003" pitchFamily="2" charset="0"/>
              </a:rPr>
              <a:t>14-17 Years</a:t>
            </a:r>
          </a:p>
        </p:txBody>
      </p:sp>
      <p:sp>
        <p:nvSpPr>
          <p:cNvPr id="13" name="TextBox 12">
            <a:extLst>
              <a:ext uri="{FF2B5EF4-FFF2-40B4-BE49-F238E27FC236}">
                <a16:creationId xmlns:a16="http://schemas.microsoft.com/office/drawing/2014/main" id="{5B0F9348-2B48-B83C-B826-24D3D7457F98}"/>
              </a:ext>
            </a:extLst>
          </p:cNvPr>
          <p:cNvSpPr txBox="1"/>
          <p:nvPr/>
        </p:nvSpPr>
        <p:spPr>
          <a:xfrm>
            <a:off x="7781953" y="3462220"/>
            <a:ext cx="1828800" cy="276999"/>
          </a:xfrm>
          <a:prstGeom prst="rect">
            <a:avLst/>
          </a:prstGeom>
          <a:solidFill>
            <a:srgbClr val="9C2F71"/>
          </a:solidFill>
        </p:spPr>
        <p:txBody>
          <a:bodyPr wrap="square" rtlCol="0" anchor="ctr">
            <a:spAutoFit/>
          </a:bodyPr>
          <a:lstStyle/>
          <a:p>
            <a:pPr algn="ctr"/>
            <a:r>
              <a:rPr lang="en-US" sz="1200" b="1" i="1" dirty="0">
                <a:solidFill>
                  <a:schemeClr val="bg1"/>
                </a:solidFill>
                <a:latin typeface="Avenir Book" panose="02000503020000020003" pitchFamily="2" charset="0"/>
              </a:rPr>
              <a:t>18-21 Years</a:t>
            </a:r>
          </a:p>
        </p:txBody>
      </p:sp>
      <p:sp>
        <p:nvSpPr>
          <p:cNvPr id="15" name="Oval 14">
            <a:extLst>
              <a:ext uri="{FF2B5EF4-FFF2-40B4-BE49-F238E27FC236}">
                <a16:creationId xmlns:a16="http://schemas.microsoft.com/office/drawing/2014/main" id="{BA3B9FD9-B9C4-F8B9-AD36-31D5B39A5449}"/>
              </a:ext>
            </a:extLst>
          </p:cNvPr>
          <p:cNvSpPr>
            <a:spLocks noChangeAspect="1"/>
          </p:cNvSpPr>
          <p:nvPr/>
        </p:nvSpPr>
        <p:spPr>
          <a:xfrm>
            <a:off x="6065601" y="546072"/>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16" name="TextBox 15">
            <a:extLst>
              <a:ext uri="{FF2B5EF4-FFF2-40B4-BE49-F238E27FC236}">
                <a16:creationId xmlns:a16="http://schemas.microsoft.com/office/drawing/2014/main" id="{E14891D3-D0FE-EC54-9D2B-A2EEE1D2D8CC}"/>
              </a:ext>
            </a:extLst>
          </p:cNvPr>
          <p:cNvSpPr txBox="1"/>
          <p:nvPr/>
        </p:nvSpPr>
        <p:spPr>
          <a:xfrm>
            <a:off x="6047979" y="636172"/>
            <a:ext cx="492443" cy="276999"/>
          </a:xfrm>
          <a:prstGeom prst="rect">
            <a:avLst/>
          </a:prstGeom>
          <a:noFill/>
        </p:spPr>
        <p:txBody>
          <a:bodyPr wrap="none" rtlCol="0">
            <a:spAutoFit/>
          </a:bodyPr>
          <a:lstStyle/>
          <a:p>
            <a:pPr algn="ctr"/>
            <a:r>
              <a:rPr lang="en-US" sz="1200" dirty="0" err="1">
                <a:latin typeface="Avenir Book" panose="02000503020000020003" pitchFamily="2" charset="0"/>
              </a:rPr>
              <a:t>LtSg</a:t>
            </a:r>
            <a:endParaRPr lang="en-US" sz="1200" dirty="0">
              <a:latin typeface="Avenir Book" panose="02000503020000020003" pitchFamily="2" charset="0"/>
            </a:endParaRPr>
          </a:p>
        </p:txBody>
      </p:sp>
      <p:sp>
        <p:nvSpPr>
          <p:cNvPr id="17" name="Oval 16">
            <a:extLst>
              <a:ext uri="{FF2B5EF4-FFF2-40B4-BE49-F238E27FC236}">
                <a16:creationId xmlns:a16="http://schemas.microsoft.com/office/drawing/2014/main" id="{A31D023C-B73B-E12E-8D4D-D3800B44AFF7}"/>
              </a:ext>
            </a:extLst>
          </p:cNvPr>
          <p:cNvSpPr>
            <a:spLocks noChangeAspect="1"/>
          </p:cNvSpPr>
          <p:nvPr/>
        </p:nvSpPr>
        <p:spPr>
          <a:xfrm>
            <a:off x="5590779" y="2185366"/>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18" name="Oval 17">
            <a:extLst>
              <a:ext uri="{FF2B5EF4-FFF2-40B4-BE49-F238E27FC236}">
                <a16:creationId xmlns:a16="http://schemas.microsoft.com/office/drawing/2014/main" id="{E87B41BA-332F-BBFA-AD72-FE6EC58FCD79}"/>
              </a:ext>
            </a:extLst>
          </p:cNvPr>
          <p:cNvSpPr>
            <a:spLocks noChangeAspect="1"/>
          </p:cNvSpPr>
          <p:nvPr/>
        </p:nvSpPr>
        <p:spPr>
          <a:xfrm>
            <a:off x="6713239" y="1343344"/>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19" name="Oval 18">
            <a:extLst>
              <a:ext uri="{FF2B5EF4-FFF2-40B4-BE49-F238E27FC236}">
                <a16:creationId xmlns:a16="http://schemas.microsoft.com/office/drawing/2014/main" id="{D7C1ACD3-7A1B-FC98-53A8-A9F59153F7EE}"/>
              </a:ext>
            </a:extLst>
          </p:cNvPr>
          <p:cNvSpPr>
            <a:spLocks noChangeAspect="1"/>
          </p:cNvSpPr>
          <p:nvPr/>
        </p:nvSpPr>
        <p:spPr>
          <a:xfrm>
            <a:off x="7035684" y="2409551"/>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20" name="Oval 19">
            <a:extLst>
              <a:ext uri="{FF2B5EF4-FFF2-40B4-BE49-F238E27FC236}">
                <a16:creationId xmlns:a16="http://schemas.microsoft.com/office/drawing/2014/main" id="{B364E0BB-7109-619F-E215-C7A592138A60}"/>
              </a:ext>
            </a:extLst>
          </p:cNvPr>
          <p:cNvSpPr>
            <a:spLocks noChangeAspect="1"/>
          </p:cNvSpPr>
          <p:nvPr/>
        </p:nvSpPr>
        <p:spPr>
          <a:xfrm>
            <a:off x="6416807" y="2920627"/>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21" name="TextBox 20">
            <a:extLst>
              <a:ext uri="{FF2B5EF4-FFF2-40B4-BE49-F238E27FC236}">
                <a16:creationId xmlns:a16="http://schemas.microsoft.com/office/drawing/2014/main" id="{0F28730C-6D62-F2CA-A866-C6D4C73E74F1}"/>
              </a:ext>
            </a:extLst>
          </p:cNvPr>
          <p:cNvSpPr txBox="1"/>
          <p:nvPr/>
        </p:nvSpPr>
        <p:spPr>
          <a:xfrm>
            <a:off x="6641115" y="1439252"/>
            <a:ext cx="601448" cy="276999"/>
          </a:xfrm>
          <a:prstGeom prst="rect">
            <a:avLst/>
          </a:prstGeom>
          <a:noFill/>
        </p:spPr>
        <p:txBody>
          <a:bodyPr wrap="none" rtlCol="0">
            <a:spAutoFit/>
          </a:bodyPr>
          <a:lstStyle/>
          <a:p>
            <a:pPr algn="ctr"/>
            <a:r>
              <a:rPr lang="en-US" sz="1200" dirty="0">
                <a:latin typeface="Avenir Book" panose="02000503020000020003" pitchFamily="2" charset="0"/>
              </a:rPr>
              <a:t>DCCS</a:t>
            </a:r>
          </a:p>
        </p:txBody>
      </p:sp>
      <p:sp>
        <p:nvSpPr>
          <p:cNvPr id="22" name="TextBox 21">
            <a:extLst>
              <a:ext uri="{FF2B5EF4-FFF2-40B4-BE49-F238E27FC236}">
                <a16:creationId xmlns:a16="http://schemas.microsoft.com/office/drawing/2014/main" id="{47C568B1-C72D-B56D-5309-B38CB0BB7FBB}"/>
              </a:ext>
            </a:extLst>
          </p:cNvPr>
          <p:cNvSpPr txBox="1"/>
          <p:nvPr/>
        </p:nvSpPr>
        <p:spPr>
          <a:xfrm>
            <a:off x="5528273" y="2277643"/>
            <a:ext cx="582211" cy="276999"/>
          </a:xfrm>
          <a:prstGeom prst="rect">
            <a:avLst/>
          </a:prstGeom>
          <a:noFill/>
        </p:spPr>
        <p:txBody>
          <a:bodyPr wrap="none" rtlCol="0">
            <a:spAutoFit/>
          </a:bodyPr>
          <a:lstStyle/>
          <a:p>
            <a:pPr algn="ctr"/>
            <a:r>
              <a:rPr lang="en-US" sz="1200" dirty="0">
                <a:latin typeface="Avenir Book" panose="02000503020000020003" pitchFamily="2" charset="0"/>
              </a:rPr>
              <a:t>PSMT</a:t>
            </a:r>
          </a:p>
        </p:txBody>
      </p:sp>
      <p:sp>
        <p:nvSpPr>
          <p:cNvPr id="23" name="TextBox 22">
            <a:extLst>
              <a:ext uri="{FF2B5EF4-FFF2-40B4-BE49-F238E27FC236}">
                <a16:creationId xmlns:a16="http://schemas.microsoft.com/office/drawing/2014/main" id="{E56E4C74-B56D-FA18-4AF0-E0C26E322430}"/>
              </a:ext>
            </a:extLst>
          </p:cNvPr>
          <p:cNvSpPr txBox="1"/>
          <p:nvPr/>
        </p:nvSpPr>
        <p:spPr>
          <a:xfrm>
            <a:off x="6365238" y="3013502"/>
            <a:ext cx="551754" cy="276999"/>
          </a:xfrm>
          <a:prstGeom prst="rect">
            <a:avLst/>
          </a:prstGeom>
          <a:noFill/>
        </p:spPr>
        <p:txBody>
          <a:bodyPr wrap="none" rtlCol="0">
            <a:spAutoFit/>
          </a:bodyPr>
          <a:lstStyle/>
          <a:p>
            <a:pPr algn="ctr"/>
            <a:r>
              <a:rPr lang="en-US" sz="1200" dirty="0" err="1">
                <a:latin typeface="Avenir Book" panose="02000503020000020003" pitchFamily="2" charset="0"/>
              </a:rPr>
              <a:t>PnCn</a:t>
            </a:r>
            <a:endParaRPr lang="en-US" sz="1200" dirty="0">
              <a:latin typeface="Avenir Book" panose="02000503020000020003" pitchFamily="2" charset="0"/>
            </a:endParaRPr>
          </a:p>
        </p:txBody>
      </p:sp>
      <p:sp>
        <p:nvSpPr>
          <p:cNvPr id="24" name="TextBox 23">
            <a:extLst>
              <a:ext uri="{FF2B5EF4-FFF2-40B4-BE49-F238E27FC236}">
                <a16:creationId xmlns:a16="http://schemas.microsoft.com/office/drawing/2014/main" id="{1E8AA27D-766D-4AE4-7CF1-F4F30A97B621}"/>
              </a:ext>
            </a:extLst>
          </p:cNvPr>
          <p:cNvSpPr txBox="1"/>
          <p:nvPr/>
        </p:nvSpPr>
        <p:spPr>
          <a:xfrm>
            <a:off x="7033708" y="2501859"/>
            <a:ext cx="465192" cy="276999"/>
          </a:xfrm>
          <a:prstGeom prst="rect">
            <a:avLst/>
          </a:prstGeom>
          <a:noFill/>
        </p:spPr>
        <p:txBody>
          <a:bodyPr wrap="none" rtlCol="0">
            <a:spAutoFit/>
          </a:bodyPr>
          <a:lstStyle/>
          <a:p>
            <a:pPr algn="ctr"/>
            <a:r>
              <a:rPr lang="en-US" sz="1200" dirty="0" err="1">
                <a:latin typeface="Avenir Book" panose="02000503020000020003" pitchFamily="2" charset="0"/>
              </a:rPr>
              <a:t>Flnk</a:t>
            </a:r>
            <a:endParaRPr lang="en-US" sz="1200" dirty="0">
              <a:latin typeface="Avenir Book" panose="02000503020000020003" pitchFamily="2" charset="0"/>
            </a:endParaRPr>
          </a:p>
        </p:txBody>
      </p:sp>
      <p:sp>
        <p:nvSpPr>
          <p:cNvPr id="25" name="Oval 24">
            <a:extLst>
              <a:ext uri="{FF2B5EF4-FFF2-40B4-BE49-F238E27FC236}">
                <a16:creationId xmlns:a16="http://schemas.microsoft.com/office/drawing/2014/main" id="{1893E376-34B5-6D60-A937-D708564F47A7}"/>
              </a:ext>
            </a:extLst>
          </p:cNvPr>
          <p:cNvSpPr>
            <a:spLocks noChangeAspect="1"/>
          </p:cNvSpPr>
          <p:nvPr/>
        </p:nvSpPr>
        <p:spPr>
          <a:xfrm>
            <a:off x="8183409" y="546072"/>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26" name="TextBox 25">
            <a:extLst>
              <a:ext uri="{FF2B5EF4-FFF2-40B4-BE49-F238E27FC236}">
                <a16:creationId xmlns:a16="http://schemas.microsoft.com/office/drawing/2014/main" id="{0D30B10C-0A5F-734D-C3B3-63B3CED8459C}"/>
              </a:ext>
            </a:extLst>
          </p:cNvPr>
          <p:cNvSpPr txBox="1"/>
          <p:nvPr/>
        </p:nvSpPr>
        <p:spPr>
          <a:xfrm>
            <a:off x="8165787" y="636172"/>
            <a:ext cx="492443" cy="276999"/>
          </a:xfrm>
          <a:prstGeom prst="rect">
            <a:avLst/>
          </a:prstGeom>
          <a:noFill/>
        </p:spPr>
        <p:txBody>
          <a:bodyPr wrap="none" rtlCol="0">
            <a:spAutoFit/>
          </a:bodyPr>
          <a:lstStyle/>
          <a:p>
            <a:pPr algn="ctr"/>
            <a:r>
              <a:rPr lang="en-US" sz="1200" dirty="0" err="1">
                <a:latin typeface="Avenir Book" panose="02000503020000020003" pitchFamily="2" charset="0"/>
              </a:rPr>
              <a:t>LtSg</a:t>
            </a:r>
            <a:endParaRPr lang="en-US" sz="1200" dirty="0">
              <a:latin typeface="Avenir Book" panose="02000503020000020003" pitchFamily="2" charset="0"/>
            </a:endParaRPr>
          </a:p>
        </p:txBody>
      </p:sp>
      <p:sp>
        <p:nvSpPr>
          <p:cNvPr id="27" name="Oval 26">
            <a:extLst>
              <a:ext uri="{FF2B5EF4-FFF2-40B4-BE49-F238E27FC236}">
                <a16:creationId xmlns:a16="http://schemas.microsoft.com/office/drawing/2014/main" id="{29727C50-3447-7DAA-E446-7B0EAD44D5C4}"/>
              </a:ext>
            </a:extLst>
          </p:cNvPr>
          <p:cNvSpPr>
            <a:spLocks noChangeAspect="1"/>
          </p:cNvSpPr>
          <p:nvPr/>
        </p:nvSpPr>
        <p:spPr>
          <a:xfrm>
            <a:off x="7708587" y="2185366"/>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28" name="Oval 27">
            <a:extLst>
              <a:ext uri="{FF2B5EF4-FFF2-40B4-BE49-F238E27FC236}">
                <a16:creationId xmlns:a16="http://schemas.microsoft.com/office/drawing/2014/main" id="{91A6C3A3-6F0E-1F65-F055-937042B8CE1B}"/>
              </a:ext>
            </a:extLst>
          </p:cNvPr>
          <p:cNvSpPr>
            <a:spLocks noChangeAspect="1"/>
          </p:cNvSpPr>
          <p:nvPr/>
        </p:nvSpPr>
        <p:spPr>
          <a:xfrm>
            <a:off x="8831047" y="1343344"/>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29" name="Oval 28">
            <a:extLst>
              <a:ext uri="{FF2B5EF4-FFF2-40B4-BE49-F238E27FC236}">
                <a16:creationId xmlns:a16="http://schemas.microsoft.com/office/drawing/2014/main" id="{C635EFCE-2951-453D-1FE9-1629373485F2}"/>
              </a:ext>
            </a:extLst>
          </p:cNvPr>
          <p:cNvSpPr>
            <a:spLocks noChangeAspect="1"/>
          </p:cNvSpPr>
          <p:nvPr/>
        </p:nvSpPr>
        <p:spPr>
          <a:xfrm>
            <a:off x="9153492" y="2409551"/>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30" name="Oval 29">
            <a:extLst>
              <a:ext uri="{FF2B5EF4-FFF2-40B4-BE49-F238E27FC236}">
                <a16:creationId xmlns:a16="http://schemas.microsoft.com/office/drawing/2014/main" id="{A5ACD2E6-90F8-F330-9F7F-88C0D0CCD885}"/>
              </a:ext>
            </a:extLst>
          </p:cNvPr>
          <p:cNvSpPr>
            <a:spLocks noChangeAspect="1"/>
          </p:cNvSpPr>
          <p:nvPr/>
        </p:nvSpPr>
        <p:spPr>
          <a:xfrm>
            <a:off x="8534615" y="2920627"/>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31" name="TextBox 30">
            <a:extLst>
              <a:ext uri="{FF2B5EF4-FFF2-40B4-BE49-F238E27FC236}">
                <a16:creationId xmlns:a16="http://schemas.microsoft.com/office/drawing/2014/main" id="{369EAAF4-4685-2231-7D50-2CC042E562AF}"/>
              </a:ext>
            </a:extLst>
          </p:cNvPr>
          <p:cNvSpPr txBox="1"/>
          <p:nvPr/>
        </p:nvSpPr>
        <p:spPr>
          <a:xfrm>
            <a:off x="8758923" y="1439252"/>
            <a:ext cx="601448" cy="276999"/>
          </a:xfrm>
          <a:prstGeom prst="rect">
            <a:avLst/>
          </a:prstGeom>
          <a:noFill/>
        </p:spPr>
        <p:txBody>
          <a:bodyPr wrap="none" rtlCol="0">
            <a:spAutoFit/>
          </a:bodyPr>
          <a:lstStyle/>
          <a:p>
            <a:pPr algn="ctr"/>
            <a:r>
              <a:rPr lang="en-US" sz="1200" dirty="0">
                <a:latin typeface="Avenir Book" panose="02000503020000020003" pitchFamily="2" charset="0"/>
              </a:rPr>
              <a:t>DCCS</a:t>
            </a:r>
          </a:p>
        </p:txBody>
      </p:sp>
      <p:sp>
        <p:nvSpPr>
          <p:cNvPr id="32" name="TextBox 31">
            <a:extLst>
              <a:ext uri="{FF2B5EF4-FFF2-40B4-BE49-F238E27FC236}">
                <a16:creationId xmlns:a16="http://schemas.microsoft.com/office/drawing/2014/main" id="{C235B606-C47B-5F59-7061-655FBDC44124}"/>
              </a:ext>
            </a:extLst>
          </p:cNvPr>
          <p:cNvSpPr txBox="1"/>
          <p:nvPr/>
        </p:nvSpPr>
        <p:spPr>
          <a:xfrm>
            <a:off x="7646081" y="2277643"/>
            <a:ext cx="582211" cy="276999"/>
          </a:xfrm>
          <a:prstGeom prst="rect">
            <a:avLst/>
          </a:prstGeom>
          <a:noFill/>
        </p:spPr>
        <p:txBody>
          <a:bodyPr wrap="none" rtlCol="0">
            <a:spAutoFit/>
          </a:bodyPr>
          <a:lstStyle/>
          <a:p>
            <a:pPr algn="ctr"/>
            <a:r>
              <a:rPr lang="en-US" sz="1200" dirty="0">
                <a:latin typeface="Avenir Book" panose="02000503020000020003" pitchFamily="2" charset="0"/>
              </a:rPr>
              <a:t>PSMT</a:t>
            </a:r>
          </a:p>
        </p:txBody>
      </p:sp>
      <p:sp>
        <p:nvSpPr>
          <p:cNvPr id="33" name="TextBox 32">
            <a:extLst>
              <a:ext uri="{FF2B5EF4-FFF2-40B4-BE49-F238E27FC236}">
                <a16:creationId xmlns:a16="http://schemas.microsoft.com/office/drawing/2014/main" id="{B4667EC6-60EB-064C-F972-A999C5453766}"/>
              </a:ext>
            </a:extLst>
          </p:cNvPr>
          <p:cNvSpPr txBox="1"/>
          <p:nvPr/>
        </p:nvSpPr>
        <p:spPr>
          <a:xfrm>
            <a:off x="8483046" y="3013502"/>
            <a:ext cx="551754" cy="276999"/>
          </a:xfrm>
          <a:prstGeom prst="rect">
            <a:avLst/>
          </a:prstGeom>
          <a:noFill/>
        </p:spPr>
        <p:txBody>
          <a:bodyPr wrap="none" rtlCol="0">
            <a:spAutoFit/>
          </a:bodyPr>
          <a:lstStyle/>
          <a:p>
            <a:pPr algn="ctr"/>
            <a:r>
              <a:rPr lang="en-US" sz="1200" dirty="0" err="1">
                <a:latin typeface="Avenir Book" panose="02000503020000020003" pitchFamily="2" charset="0"/>
              </a:rPr>
              <a:t>PnCn</a:t>
            </a:r>
            <a:endParaRPr lang="en-US" sz="1200" dirty="0">
              <a:latin typeface="Avenir Book" panose="02000503020000020003" pitchFamily="2" charset="0"/>
            </a:endParaRPr>
          </a:p>
        </p:txBody>
      </p:sp>
      <p:sp>
        <p:nvSpPr>
          <p:cNvPr id="34" name="TextBox 33">
            <a:extLst>
              <a:ext uri="{FF2B5EF4-FFF2-40B4-BE49-F238E27FC236}">
                <a16:creationId xmlns:a16="http://schemas.microsoft.com/office/drawing/2014/main" id="{9679C998-7A5F-DBEC-A877-CF92FE724176}"/>
              </a:ext>
            </a:extLst>
          </p:cNvPr>
          <p:cNvSpPr txBox="1"/>
          <p:nvPr/>
        </p:nvSpPr>
        <p:spPr>
          <a:xfrm>
            <a:off x="9151516" y="2501859"/>
            <a:ext cx="465192" cy="276999"/>
          </a:xfrm>
          <a:prstGeom prst="rect">
            <a:avLst/>
          </a:prstGeom>
          <a:noFill/>
        </p:spPr>
        <p:txBody>
          <a:bodyPr wrap="none" rtlCol="0">
            <a:spAutoFit/>
          </a:bodyPr>
          <a:lstStyle/>
          <a:p>
            <a:pPr algn="ctr"/>
            <a:r>
              <a:rPr lang="en-US" sz="1200" dirty="0" err="1">
                <a:latin typeface="Avenir Book" panose="02000503020000020003" pitchFamily="2" charset="0"/>
              </a:rPr>
              <a:t>Flnk</a:t>
            </a:r>
            <a:endParaRPr lang="en-US" sz="1200" dirty="0">
              <a:latin typeface="Avenir Book" panose="02000503020000020003" pitchFamily="2" charset="0"/>
            </a:endParaRPr>
          </a:p>
        </p:txBody>
      </p:sp>
      <p:sp>
        <p:nvSpPr>
          <p:cNvPr id="55" name="Oval 54">
            <a:extLst>
              <a:ext uri="{FF2B5EF4-FFF2-40B4-BE49-F238E27FC236}">
                <a16:creationId xmlns:a16="http://schemas.microsoft.com/office/drawing/2014/main" id="{61C96939-7D54-D85E-50D3-E4174E3F8120}"/>
              </a:ext>
            </a:extLst>
          </p:cNvPr>
          <p:cNvSpPr>
            <a:spLocks noChangeAspect="1"/>
          </p:cNvSpPr>
          <p:nvPr/>
        </p:nvSpPr>
        <p:spPr>
          <a:xfrm>
            <a:off x="6065601" y="3834056"/>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56" name="TextBox 55">
            <a:extLst>
              <a:ext uri="{FF2B5EF4-FFF2-40B4-BE49-F238E27FC236}">
                <a16:creationId xmlns:a16="http://schemas.microsoft.com/office/drawing/2014/main" id="{8E14BE96-3ED8-DB63-42C1-2A2228D74D60}"/>
              </a:ext>
            </a:extLst>
          </p:cNvPr>
          <p:cNvSpPr txBox="1"/>
          <p:nvPr/>
        </p:nvSpPr>
        <p:spPr>
          <a:xfrm>
            <a:off x="6047979" y="3924156"/>
            <a:ext cx="492443" cy="276999"/>
          </a:xfrm>
          <a:prstGeom prst="rect">
            <a:avLst/>
          </a:prstGeom>
          <a:noFill/>
        </p:spPr>
        <p:txBody>
          <a:bodyPr wrap="none" rtlCol="0">
            <a:spAutoFit/>
          </a:bodyPr>
          <a:lstStyle/>
          <a:p>
            <a:pPr algn="ctr"/>
            <a:r>
              <a:rPr lang="en-US" sz="1200" dirty="0" err="1">
                <a:latin typeface="Avenir Book" panose="02000503020000020003" pitchFamily="2" charset="0"/>
              </a:rPr>
              <a:t>LtSg</a:t>
            </a:r>
            <a:endParaRPr lang="en-US" sz="1200" dirty="0">
              <a:latin typeface="Avenir Book" panose="02000503020000020003" pitchFamily="2" charset="0"/>
            </a:endParaRPr>
          </a:p>
        </p:txBody>
      </p:sp>
      <p:sp>
        <p:nvSpPr>
          <p:cNvPr id="57" name="Oval 56">
            <a:extLst>
              <a:ext uri="{FF2B5EF4-FFF2-40B4-BE49-F238E27FC236}">
                <a16:creationId xmlns:a16="http://schemas.microsoft.com/office/drawing/2014/main" id="{21BB96A1-E73A-31C7-84E2-FE168C9EFB40}"/>
              </a:ext>
            </a:extLst>
          </p:cNvPr>
          <p:cNvSpPr>
            <a:spLocks noChangeAspect="1"/>
          </p:cNvSpPr>
          <p:nvPr/>
        </p:nvSpPr>
        <p:spPr>
          <a:xfrm>
            <a:off x="5590779" y="5473350"/>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58" name="Oval 57">
            <a:extLst>
              <a:ext uri="{FF2B5EF4-FFF2-40B4-BE49-F238E27FC236}">
                <a16:creationId xmlns:a16="http://schemas.microsoft.com/office/drawing/2014/main" id="{66D54492-EE09-A7CA-1212-40A67396F48A}"/>
              </a:ext>
            </a:extLst>
          </p:cNvPr>
          <p:cNvSpPr>
            <a:spLocks noChangeAspect="1"/>
          </p:cNvSpPr>
          <p:nvPr/>
        </p:nvSpPr>
        <p:spPr>
          <a:xfrm>
            <a:off x="6713239" y="4631328"/>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59" name="Oval 58">
            <a:extLst>
              <a:ext uri="{FF2B5EF4-FFF2-40B4-BE49-F238E27FC236}">
                <a16:creationId xmlns:a16="http://schemas.microsoft.com/office/drawing/2014/main" id="{121E9DFB-E765-6529-521E-EF970D866746}"/>
              </a:ext>
            </a:extLst>
          </p:cNvPr>
          <p:cNvSpPr>
            <a:spLocks noChangeAspect="1"/>
          </p:cNvSpPr>
          <p:nvPr/>
        </p:nvSpPr>
        <p:spPr>
          <a:xfrm>
            <a:off x="7035684" y="5697535"/>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60" name="Oval 59">
            <a:extLst>
              <a:ext uri="{FF2B5EF4-FFF2-40B4-BE49-F238E27FC236}">
                <a16:creationId xmlns:a16="http://schemas.microsoft.com/office/drawing/2014/main" id="{DA59DAEE-96D5-55D6-74F9-15FEEA03D8C1}"/>
              </a:ext>
            </a:extLst>
          </p:cNvPr>
          <p:cNvSpPr>
            <a:spLocks noChangeAspect="1"/>
          </p:cNvSpPr>
          <p:nvPr/>
        </p:nvSpPr>
        <p:spPr>
          <a:xfrm>
            <a:off x="6416807" y="6208611"/>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61" name="TextBox 60">
            <a:extLst>
              <a:ext uri="{FF2B5EF4-FFF2-40B4-BE49-F238E27FC236}">
                <a16:creationId xmlns:a16="http://schemas.microsoft.com/office/drawing/2014/main" id="{E6BA5573-2B7D-A6DF-3D40-447C353817D7}"/>
              </a:ext>
            </a:extLst>
          </p:cNvPr>
          <p:cNvSpPr txBox="1"/>
          <p:nvPr/>
        </p:nvSpPr>
        <p:spPr>
          <a:xfrm>
            <a:off x="6641115" y="4727236"/>
            <a:ext cx="601448" cy="276999"/>
          </a:xfrm>
          <a:prstGeom prst="rect">
            <a:avLst/>
          </a:prstGeom>
          <a:noFill/>
        </p:spPr>
        <p:txBody>
          <a:bodyPr wrap="none" rtlCol="0">
            <a:spAutoFit/>
          </a:bodyPr>
          <a:lstStyle/>
          <a:p>
            <a:pPr algn="ctr"/>
            <a:r>
              <a:rPr lang="en-US" sz="1200" dirty="0">
                <a:latin typeface="Avenir Book" panose="02000503020000020003" pitchFamily="2" charset="0"/>
              </a:rPr>
              <a:t>DCCS</a:t>
            </a:r>
          </a:p>
        </p:txBody>
      </p:sp>
      <p:sp>
        <p:nvSpPr>
          <p:cNvPr id="62" name="TextBox 61">
            <a:extLst>
              <a:ext uri="{FF2B5EF4-FFF2-40B4-BE49-F238E27FC236}">
                <a16:creationId xmlns:a16="http://schemas.microsoft.com/office/drawing/2014/main" id="{6CA7BEFA-0E41-53E8-812D-7E2E8F35E006}"/>
              </a:ext>
            </a:extLst>
          </p:cNvPr>
          <p:cNvSpPr txBox="1"/>
          <p:nvPr/>
        </p:nvSpPr>
        <p:spPr>
          <a:xfrm>
            <a:off x="5528273" y="5565627"/>
            <a:ext cx="582211" cy="276999"/>
          </a:xfrm>
          <a:prstGeom prst="rect">
            <a:avLst/>
          </a:prstGeom>
          <a:noFill/>
        </p:spPr>
        <p:txBody>
          <a:bodyPr wrap="none" rtlCol="0">
            <a:spAutoFit/>
          </a:bodyPr>
          <a:lstStyle/>
          <a:p>
            <a:pPr algn="ctr"/>
            <a:r>
              <a:rPr lang="en-US" sz="1200" dirty="0">
                <a:latin typeface="Avenir Book" panose="02000503020000020003" pitchFamily="2" charset="0"/>
              </a:rPr>
              <a:t>PSMT</a:t>
            </a:r>
          </a:p>
        </p:txBody>
      </p:sp>
      <p:sp>
        <p:nvSpPr>
          <p:cNvPr id="63" name="TextBox 62">
            <a:extLst>
              <a:ext uri="{FF2B5EF4-FFF2-40B4-BE49-F238E27FC236}">
                <a16:creationId xmlns:a16="http://schemas.microsoft.com/office/drawing/2014/main" id="{17E71C5B-99EA-A264-3D4F-0F412B52536B}"/>
              </a:ext>
            </a:extLst>
          </p:cNvPr>
          <p:cNvSpPr txBox="1"/>
          <p:nvPr/>
        </p:nvSpPr>
        <p:spPr>
          <a:xfrm>
            <a:off x="6365238" y="6301486"/>
            <a:ext cx="551754" cy="276999"/>
          </a:xfrm>
          <a:prstGeom prst="rect">
            <a:avLst/>
          </a:prstGeom>
          <a:noFill/>
        </p:spPr>
        <p:txBody>
          <a:bodyPr wrap="none" rtlCol="0">
            <a:spAutoFit/>
          </a:bodyPr>
          <a:lstStyle/>
          <a:p>
            <a:pPr algn="ctr"/>
            <a:r>
              <a:rPr lang="en-US" sz="1200" dirty="0" err="1">
                <a:latin typeface="Avenir Book" panose="02000503020000020003" pitchFamily="2" charset="0"/>
              </a:rPr>
              <a:t>PnCn</a:t>
            </a:r>
            <a:endParaRPr lang="en-US" sz="1200" dirty="0">
              <a:latin typeface="Avenir Book" panose="02000503020000020003" pitchFamily="2" charset="0"/>
            </a:endParaRPr>
          </a:p>
        </p:txBody>
      </p:sp>
      <p:sp>
        <p:nvSpPr>
          <p:cNvPr id="64" name="TextBox 63">
            <a:extLst>
              <a:ext uri="{FF2B5EF4-FFF2-40B4-BE49-F238E27FC236}">
                <a16:creationId xmlns:a16="http://schemas.microsoft.com/office/drawing/2014/main" id="{D8A4DBEB-CF41-B3BE-AC63-2107552BFB25}"/>
              </a:ext>
            </a:extLst>
          </p:cNvPr>
          <p:cNvSpPr txBox="1"/>
          <p:nvPr/>
        </p:nvSpPr>
        <p:spPr>
          <a:xfrm>
            <a:off x="7033708" y="5789843"/>
            <a:ext cx="465192" cy="276999"/>
          </a:xfrm>
          <a:prstGeom prst="rect">
            <a:avLst/>
          </a:prstGeom>
          <a:noFill/>
        </p:spPr>
        <p:txBody>
          <a:bodyPr wrap="none" rtlCol="0">
            <a:spAutoFit/>
          </a:bodyPr>
          <a:lstStyle/>
          <a:p>
            <a:pPr algn="ctr"/>
            <a:r>
              <a:rPr lang="en-US" sz="1200" dirty="0" err="1">
                <a:latin typeface="Avenir Book" panose="02000503020000020003" pitchFamily="2" charset="0"/>
              </a:rPr>
              <a:t>Flnk</a:t>
            </a:r>
            <a:endParaRPr lang="en-US" sz="1200" dirty="0">
              <a:latin typeface="Avenir Book" panose="02000503020000020003" pitchFamily="2" charset="0"/>
            </a:endParaRPr>
          </a:p>
        </p:txBody>
      </p:sp>
      <p:sp>
        <p:nvSpPr>
          <p:cNvPr id="65" name="Oval 64">
            <a:extLst>
              <a:ext uri="{FF2B5EF4-FFF2-40B4-BE49-F238E27FC236}">
                <a16:creationId xmlns:a16="http://schemas.microsoft.com/office/drawing/2014/main" id="{361BCB2B-8B10-A1DC-048E-381607848A4E}"/>
              </a:ext>
            </a:extLst>
          </p:cNvPr>
          <p:cNvSpPr>
            <a:spLocks noChangeAspect="1"/>
          </p:cNvSpPr>
          <p:nvPr/>
        </p:nvSpPr>
        <p:spPr>
          <a:xfrm>
            <a:off x="8183409" y="3834056"/>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66" name="TextBox 65">
            <a:extLst>
              <a:ext uri="{FF2B5EF4-FFF2-40B4-BE49-F238E27FC236}">
                <a16:creationId xmlns:a16="http://schemas.microsoft.com/office/drawing/2014/main" id="{F5FE107D-0881-BCB4-43DE-EF9C83542340}"/>
              </a:ext>
            </a:extLst>
          </p:cNvPr>
          <p:cNvSpPr txBox="1"/>
          <p:nvPr/>
        </p:nvSpPr>
        <p:spPr>
          <a:xfrm>
            <a:off x="8165787" y="3924156"/>
            <a:ext cx="492443" cy="276999"/>
          </a:xfrm>
          <a:prstGeom prst="rect">
            <a:avLst/>
          </a:prstGeom>
          <a:noFill/>
        </p:spPr>
        <p:txBody>
          <a:bodyPr wrap="none" rtlCol="0">
            <a:spAutoFit/>
          </a:bodyPr>
          <a:lstStyle/>
          <a:p>
            <a:pPr algn="ctr"/>
            <a:r>
              <a:rPr lang="en-US" sz="1200" dirty="0" err="1">
                <a:latin typeface="Avenir Book" panose="02000503020000020003" pitchFamily="2" charset="0"/>
              </a:rPr>
              <a:t>LtSg</a:t>
            </a:r>
            <a:endParaRPr lang="en-US" sz="1200" dirty="0">
              <a:latin typeface="Avenir Book" panose="02000503020000020003" pitchFamily="2" charset="0"/>
            </a:endParaRPr>
          </a:p>
        </p:txBody>
      </p:sp>
      <p:sp>
        <p:nvSpPr>
          <p:cNvPr id="67" name="Oval 66">
            <a:extLst>
              <a:ext uri="{FF2B5EF4-FFF2-40B4-BE49-F238E27FC236}">
                <a16:creationId xmlns:a16="http://schemas.microsoft.com/office/drawing/2014/main" id="{50546424-0B89-C5B1-FA81-0A3771EBE3BD}"/>
              </a:ext>
            </a:extLst>
          </p:cNvPr>
          <p:cNvSpPr>
            <a:spLocks noChangeAspect="1"/>
          </p:cNvSpPr>
          <p:nvPr/>
        </p:nvSpPr>
        <p:spPr>
          <a:xfrm>
            <a:off x="7708587" y="5473350"/>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68" name="Oval 67">
            <a:extLst>
              <a:ext uri="{FF2B5EF4-FFF2-40B4-BE49-F238E27FC236}">
                <a16:creationId xmlns:a16="http://schemas.microsoft.com/office/drawing/2014/main" id="{6B2BACDB-EB7B-D056-9213-3CB1D5BFF0D8}"/>
              </a:ext>
            </a:extLst>
          </p:cNvPr>
          <p:cNvSpPr>
            <a:spLocks noChangeAspect="1"/>
          </p:cNvSpPr>
          <p:nvPr/>
        </p:nvSpPr>
        <p:spPr>
          <a:xfrm>
            <a:off x="8831047" y="4631328"/>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69" name="Oval 68">
            <a:extLst>
              <a:ext uri="{FF2B5EF4-FFF2-40B4-BE49-F238E27FC236}">
                <a16:creationId xmlns:a16="http://schemas.microsoft.com/office/drawing/2014/main" id="{B7AAC865-859A-35ED-7C47-514B69717057}"/>
              </a:ext>
            </a:extLst>
          </p:cNvPr>
          <p:cNvSpPr>
            <a:spLocks noChangeAspect="1"/>
          </p:cNvSpPr>
          <p:nvPr/>
        </p:nvSpPr>
        <p:spPr>
          <a:xfrm>
            <a:off x="9153492" y="5697535"/>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70" name="Oval 69">
            <a:extLst>
              <a:ext uri="{FF2B5EF4-FFF2-40B4-BE49-F238E27FC236}">
                <a16:creationId xmlns:a16="http://schemas.microsoft.com/office/drawing/2014/main" id="{74393578-26FE-3AC4-4005-26ED6C8A380C}"/>
              </a:ext>
            </a:extLst>
          </p:cNvPr>
          <p:cNvSpPr>
            <a:spLocks noChangeAspect="1"/>
          </p:cNvSpPr>
          <p:nvPr/>
        </p:nvSpPr>
        <p:spPr>
          <a:xfrm>
            <a:off x="8534615" y="6208611"/>
            <a:ext cx="457200" cy="457200"/>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Avenir Book" panose="02000503020000020003" pitchFamily="2" charset="0"/>
            </a:endParaRPr>
          </a:p>
        </p:txBody>
      </p:sp>
      <p:sp>
        <p:nvSpPr>
          <p:cNvPr id="71" name="TextBox 70">
            <a:extLst>
              <a:ext uri="{FF2B5EF4-FFF2-40B4-BE49-F238E27FC236}">
                <a16:creationId xmlns:a16="http://schemas.microsoft.com/office/drawing/2014/main" id="{8368AA95-F1C1-DA40-B19A-93A1C72B2C6C}"/>
              </a:ext>
            </a:extLst>
          </p:cNvPr>
          <p:cNvSpPr txBox="1"/>
          <p:nvPr/>
        </p:nvSpPr>
        <p:spPr>
          <a:xfrm>
            <a:off x="8758923" y="4727236"/>
            <a:ext cx="601448" cy="276999"/>
          </a:xfrm>
          <a:prstGeom prst="rect">
            <a:avLst/>
          </a:prstGeom>
          <a:noFill/>
        </p:spPr>
        <p:txBody>
          <a:bodyPr wrap="none" rtlCol="0">
            <a:spAutoFit/>
          </a:bodyPr>
          <a:lstStyle/>
          <a:p>
            <a:pPr algn="ctr"/>
            <a:r>
              <a:rPr lang="en-US" sz="1200" dirty="0">
                <a:latin typeface="Avenir Book" panose="02000503020000020003" pitchFamily="2" charset="0"/>
              </a:rPr>
              <a:t>DCCS</a:t>
            </a:r>
          </a:p>
        </p:txBody>
      </p:sp>
      <p:sp>
        <p:nvSpPr>
          <p:cNvPr id="72" name="TextBox 71">
            <a:extLst>
              <a:ext uri="{FF2B5EF4-FFF2-40B4-BE49-F238E27FC236}">
                <a16:creationId xmlns:a16="http://schemas.microsoft.com/office/drawing/2014/main" id="{1E19A4C6-0170-B28C-76C2-409207D914B2}"/>
              </a:ext>
            </a:extLst>
          </p:cNvPr>
          <p:cNvSpPr txBox="1"/>
          <p:nvPr/>
        </p:nvSpPr>
        <p:spPr>
          <a:xfrm>
            <a:off x="7646081" y="5565627"/>
            <a:ext cx="582211" cy="276999"/>
          </a:xfrm>
          <a:prstGeom prst="rect">
            <a:avLst/>
          </a:prstGeom>
          <a:noFill/>
        </p:spPr>
        <p:txBody>
          <a:bodyPr wrap="none" rtlCol="0">
            <a:spAutoFit/>
          </a:bodyPr>
          <a:lstStyle/>
          <a:p>
            <a:pPr algn="ctr"/>
            <a:r>
              <a:rPr lang="en-US" sz="1200" dirty="0">
                <a:latin typeface="Avenir Book" panose="02000503020000020003" pitchFamily="2" charset="0"/>
              </a:rPr>
              <a:t>PSMT</a:t>
            </a:r>
          </a:p>
        </p:txBody>
      </p:sp>
      <p:sp>
        <p:nvSpPr>
          <p:cNvPr id="73" name="TextBox 72">
            <a:extLst>
              <a:ext uri="{FF2B5EF4-FFF2-40B4-BE49-F238E27FC236}">
                <a16:creationId xmlns:a16="http://schemas.microsoft.com/office/drawing/2014/main" id="{0EEB232F-AD09-532A-A0D5-9C36CBE139C4}"/>
              </a:ext>
            </a:extLst>
          </p:cNvPr>
          <p:cNvSpPr txBox="1"/>
          <p:nvPr/>
        </p:nvSpPr>
        <p:spPr>
          <a:xfrm>
            <a:off x="8483046" y="6301486"/>
            <a:ext cx="551754" cy="276999"/>
          </a:xfrm>
          <a:prstGeom prst="rect">
            <a:avLst/>
          </a:prstGeom>
          <a:noFill/>
        </p:spPr>
        <p:txBody>
          <a:bodyPr wrap="none" rtlCol="0">
            <a:spAutoFit/>
          </a:bodyPr>
          <a:lstStyle/>
          <a:p>
            <a:pPr algn="ctr"/>
            <a:r>
              <a:rPr lang="en-US" sz="1200" dirty="0" err="1">
                <a:latin typeface="Avenir Book" panose="02000503020000020003" pitchFamily="2" charset="0"/>
              </a:rPr>
              <a:t>PnCn</a:t>
            </a:r>
            <a:endParaRPr lang="en-US" sz="1200" dirty="0">
              <a:latin typeface="Avenir Book" panose="02000503020000020003" pitchFamily="2" charset="0"/>
            </a:endParaRPr>
          </a:p>
        </p:txBody>
      </p:sp>
      <p:sp>
        <p:nvSpPr>
          <p:cNvPr id="74" name="TextBox 73">
            <a:extLst>
              <a:ext uri="{FF2B5EF4-FFF2-40B4-BE49-F238E27FC236}">
                <a16:creationId xmlns:a16="http://schemas.microsoft.com/office/drawing/2014/main" id="{D5F358E9-8933-55A6-B3B5-0FEE68B48B33}"/>
              </a:ext>
            </a:extLst>
          </p:cNvPr>
          <p:cNvSpPr txBox="1"/>
          <p:nvPr/>
        </p:nvSpPr>
        <p:spPr>
          <a:xfrm>
            <a:off x="9151516" y="5789843"/>
            <a:ext cx="465192" cy="276999"/>
          </a:xfrm>
          <a:prstGeom prst="rect">
            <a:avLst/>
          </a:prstGeom>
          <a:noFill/>
        </p:spPr>
        <p:txBody>
          <a:bodyPr wrap="none" rtlCol="0">
            <a:spAutoFit/>
          </a:bodyPr>
          <a:lstStyle/>
          <a:p>
            <a:pPr algn="ctr"/>
            <a:r>
              <a:rPr lang="en-US" sz="1200" dirty="0" err="1">
                <a:latin typeface="Avenir Book" panose="02000503020000020003" pitchFamily="2" charset="0"/>
              </a:rPr>
              <a:t>Flnk</a:t>
            </a:r>
            <a:endParaRPr lang="en-US" sz="1200" dirty="0">
              <a:latin typeface="Avenir Book" panose="02000503020000020003" pitchFamily="2" charset="0"/>
            </a:endParaRPr>
          </a:p>
        </p:txBody>
      </p:sp>
      <p:pic>
        <p:nvPicPr>
          <p:cNvPr id="75" name="Picture 74">
            <a:extLst>
              <a:ext uri="{FF2B5EF4-FFF2-40B4-BE49-F238E27FC236}">
                <a16:creationId xmlns:a16="http://schemas.microsoft.com/office/drawing/2014/main" id="{15E48A7B-7B2D-50CF-BDE0-B66B0B4DF523}"/>
              </a:ext>
            </a:extLst>
          </p:cNvPr>
          <p:cNvPicPr>
            <a:picLocks noChangeAspect="1"/>
          </p:cNvPicPr>
          <p:nvPr/>
        </p:nvPicPr>
        <p:blipFill>
          <a:blip r:embed="rId3"/>
          <a:srcRect/>
          <a:stretch/>
        </p:blipFill>
        <p:spPr>
          <a:xfrm>
            <a:off x="1806497" y="1091827"/>
            <a:ext cx="2939142" cy="4572000"/>
          </a:xfrm>
          <a:prstGeom prst="rect">
            <a:avLst/>
          </a:prstGeom>
        </p:spPr>
      </p:pic>
      <p:pic>
        <p:nvPicPr>
          <p:cNvPr id="4" name="Picture 3" descr="A diagram of a number of objects&#10;&#10;Description automatically generated with medium confidence">
            <a:extLst>
              <a:ext uri="{FF2B5EF4-FFF2-40B4-BE49-F238E27FC236}">
                <a16:creationId xmlns:a16="http://schemas.microsoft.com/office/drawing/2014/main" id="{9776CE05-1E41-0AB4-00D8-B4AA1166183F}"/>
              </a:ext>
            </a:extLst>
          </p:cNvPr>
          <p:cNvPicPr>
            <a:picLocks noChangeAspect="1"/>
          </p:cNvPicPr>
          <p:nvPr/>
        </p:nvPicPr>
        <p:blipFill rotWithShape="1">
          <a:blip r:embed="rId4"/>
          <a:srcRect l="79562" t="20497" r="9089" b="40348"/>
          <a:stretch/>
        </p:blipFill>
        <p:spPr>
          <a:xfrm>
            <a:off x="9797768" y="2229511"/>
            <a:ext cx="465192" cy="2386885"/>
          </a:xfrm>
          <a:prstGeom prst="rect">
            <a:avLst/>
          </a:prstGeom>
        </p:spPr>
      </p:pic>
      <p:sp>
        <p:nvSpPr>
          <p:cNvPr id="5" name="Rectangle 4">
            <a:extLst>
              <a:ext uri="{FF2B5EF4-FFF2-40B4-BE49-F238E27FC236}">
                <a16:creationId xmlns:a16="http://schemas.microsoft.com/office/drawing/2014/main" id="{C48939ED-BEF0-F369-CDE6-B97CDED21F77}"/>
              </a:ext>
            </a:extLst>
          </p:cNvPr>
          <p:cNvSpPr/>
          <p:nvPr/>
        </p:nvSpPr>
        <p:spPr>
          <a:xfrm>
            <a:off x="9906274" y="2301013"/>
            <a:ext cx="274320" cy="224685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85D1B63-3068-9EB3-6C5A-86B7D06FCA3E}"/>
              </a:ext>
            </a:extLst>
          </p:cNvPr>
          <p:cNvSpPr txBox="1"/>
          <p:nvPr/>
        </p:nvSpPr>
        <p:spPr>
          <a:xfrm>
            <a:off x="10175073" y="2158009"/>
            <a:ext cx="397866" cy="276999"/>
          </a:xfrm>
          <a:prstGeom prst="rect">
            <a:avLst/>
          </a:prstGeom>
          <a:noFill/>
        </p:spPr>
        <p:txBody>
          <a:bodyPr wrap="none" rtlCol="0">
            <a:spAutoFit/>
          </a:bodyPr>
          <a:lstStyle/>
          <a:p>
            <a:pPr algn="ctr"/>
            <a:r>
              <a:rPr lang="en-US" sz="1200" dirty="0">
                <a:latin typeface="Avenir Book" panose="02000503020000020003" pitchFamily="2" charset="0"/>
              </a:rPr>
              <a:t>.44</a:t>
            </a:r>
          </a:p>
        </p:txBody>
      </p:sp>
      <p:sp>
        <p:nvSpPr>
          <p:cNvPr id="10" name="TextBox 9">
            <a:extLst>
              <a:ext uri="{FF2B5EF4-FFF2-40B4-BE49-F238E27FC236}">
                <a16:creationId xmlns:a16="http://schemas.microsoft.com/office/drawing/2014/main" id="{43328BB6-CEA3-2A68-FBD0-BAE0BD6D2128}"/>
              </a:ext>
            </a:extLst>
          </p:cNvPr>
          <p:cNvSpPr txBox="1"/>
          <p:nvPr/>
        </p:nvSpPr>
        <p:spPr>
          <a:xfrm>
            <a:off x="10180594" y="4427677"/>
            <a:ext cx="269625" cy="276999"/>
          </a:xfrm>
          <a:prstGeom prst="rect">
            <a:avLst/>
          </a:prstGeom>
          <a:noFill/>
        </p:spPr>
        <p:txBody>
          <a:bodyPr wrap="none" rtlCol="0">
            <a:spAutoFit/>
          </a:bodyPr>
          <a:lstStyle/>
          <a:p>
            <a:pPr algn="ctr"/>
            <a:r>
              <a:rPr lang="en-US" sz="1200" dirty="0">
                <a:latin typeface="Avenir Book" panose="02000503020000020003" pitchFamily="2" charset="0"/>
              </a:rPr>
              <a:t>0</a:t>
            </a:r>
          </a:p>
        </p:txBody>
      </p:sp>
    </p:spTree>
    <p:extLst>
      <p:ext uri="{BB962C8B-B14F-4D97-AF65-F5344CB8AC3E}">
        <p14:creationId xmlns:p14="http://schemas.microsoft.com/office/powerpoint/2010/main" val="3117352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FEF1AC7-8B41-ACAC-A19C-24E81E3A66F1}"/>
              </a:ext>
            </a:extLst>
          </p:cNvPr>
          <p:cNvPicPr>
            <a:picLocks noChangeAspect="1"/>
          </p:cNvPicPr>
          <p:nvPr/>
        </p:nvPicPr>
        <p:blipFill rotWithShape="1">
          <a:blip r:embed="rId3"/>
          <a:srcRect r="15941"/>
          <a:stretch/>
        </p:blipFill>
        <p:spPr>
          <a:xfrm>
            <a:off x="7240300" y="1724886"/>
            <a:ext cx="3953015" cy="3657600"/>
          </a:xfrm>
          <a:prstGeom prst="rect">
            <a:avLst/>
          </a:prstGeom>
        </p:spPr>
      </p:pic>
      <p:pic>
        <p:nvPicPr>
          <p:cNvPr id="13" name="Picture 12">
            <a:extLst>
              <a:ext uri="{FF2B5EF4-FFF2-40B4-BE49-F238E27FC236}">
                <a16:creationId xmlns:a16="http://schemas.microsoft.com/office/drawing/2014/main" id="{13F2121D-A37A-3463-6018-186F4113F42A}"/>
              </a:ext>
            </a:extLst>
          </p:cNvPr>
          <p:cNvPicPr>
            <a:picLocks noChangeAspect="1"/>
          </p:cNvPicPr>
          <p:nvPr/>
        </p:nvPicPr>
        <p:blipFill>
          <a:blip r:embed="rId4"/>
          <a:srcRect/>
          <a:stretch/>
        </p:blipFill>
        <p:spPr>
          <a:xfrm>
            <a:off x="3582700" y="1724886"/>
            <a:ext cx="3657600" cy="3657600"/>
          </a:xfrm>
          <a:prstGeom prst="rect">
            <a:avLst/>
          </a:prstGeom>
        </p:spPr>
      </p:pic>
      <p:pic>
        <p:nvPicPr>
          <p:cNvPr id="11" name="Picture 10">
            <a:extLst>
              <a:ext uri="{FF2B5EF4-FFF2-40B4-BE49-F238E27FC236}">
                <a16:creationId xmlns:a16="http://schemas.microsoft.com/office/drawing/2014/main" id="{66B477F8-F6F7-A2FE-36D8-F05A6646C05C}"/>
              </a:ext>
            </a:extLst>
          </p:cNvPr>
          <p:cNvPicPr>
            <a:picLocks noChangeAspect="1"/>
          </p:cNvPicPr>
          <p:nvPr/>
        </p:nvPicPr>
        <p:blipFill>
          <a:blip r:embed="rId5"/>
          <a:srcRect/>
          <a:stretch/>
        </p:blipFill>
        <p:spPr>
          <a:xfrm>
            <a:off x="1230759" y="1724886"/>
            <a:ext cx="2351314" cy="3657599"/>
          </a:xfrm>
          <a:prstGeom prst="rect">
            <a:avLst/>
          </a:prstGeom>
        </p:spPr>
      </p:pic>
      <p:sp>
        <p:nvSpPr>
          <p:cNvPr id="6" name="TextBox 5">
            <a:extLst>
              <a:ext uri="{FF2B5EF4-FFF2-40B4-BE49-F238E27FC236}">
                <a16:creationId xmlns:a16="http://schemas.microsoft.com/office/drawing/2014/main" id="{D6F422E7-DBB8-A123-ABDD-5F48E6EA54B7}"/>
              </a:ext>
            </a:extLst>
          </p:cNvPr>
          <p:cNvSpPr txBox="1"/>
          <p:nvPr/>
        </p:nvSpPr>
        <p:spPr>
          <a:xfrm>
            <a:off x="3492691" y="1440204"/>
            <a:ext cx="404278" cy="369332"/>
          </a:xfrm>
          <a:prstGeom prst="rect">
            <a:avLst/>
          </a:prstGeom>
          <a:noFill/>
        </p:spPr>
        <p:txBody>
          <a:bodyPr wrap="none" rtlCol="0">
            <a:spAutoFit/>
          </a:bodyPr>
          <a:lstStyle/>
          <a:p>
            <a:pPr algn="ctr"/>
            <a:r>
              <a:rPr lang="en-US" b="1" dirty="0">
                <a:latin typeface="Avenir Book" panose="02000503020000020003" pitchFamily="2" charset="0"/>
              </a:rPr>
              <a:t>B.</a:t>
            </a:r>
          </a:p>
        </p:txBody>
      </p:sp>
      <p:sp>
        <p:nvSpPr>
          <p:cNvPr id="7" name="TextBox 6">
            <a:extLst>
              <a:ext uri="{FF2B5EF4-FFF2-40B4-BE49-F238E27FC236}">
                <a16:creationId xmlns:a16="http://schemas.microsoft.com/office/drawing/2014/main" id="{117575E7-93F3-DB2E-2548-033E1A9BA274}"/>
              </a:ext>
            </a:extLst>
          </p:cNvPr>
          <p:cNvSpPr txBox="1"/>
          <p:nvPr/>
        </p:nvSpPr>
        <p:spPr>
          <a:xfrm>
            <a:off x="7150073" y="1440204"/>
            <a:ext cx="420308" cy="369332"/>
          </a:xfrm>
          <a:prstGeom prst="rect">
            <a:avLst/>
          </a:prstGeom>
          <a:noFill/>
        </p:spPr>
        <p:txBody>
          <a:bodyPr wrap="none" rtlCol="0">
            <a:spAutoFit/>
          </a:bodyPr>
          <a:lstStyle/>
          <a:p>
            <a:pPr algn="ctr"/>
            <a:r>
              <a:rPr lang="en-US" b="1" dirty="0">
                <a:latin typeface="Avenir Book" panose="02000503020000020003" pitchFamily="2" charset="0"/>
              </a:rPr>
              <a:t>C.</a:t>
            </a:r>
          </a:p>
        </p:txBody>
      </p:sp>
      <p:sp>
        <p:nvSpPr>
          <p:cNvPr id="9" name="TextBox 8">
            <a:extLst>
              <a:ext uri="{FF2B5EF4-FFF2-40B4-BE49-F238E27FC236}">
                <a16:creationId xmlns:a16="http://schemas.microsoft.com/office/drawing/2014/main" id="{DC9F6690-A80A-DB8D-9CC2-087751164196}"/>
              </a:ext>
            </a:extLst>
          </p:cNvPr>
          <p:cNvSpPr txBox="1"/>
          <p:nvPr/>
        </p:nvSpPr>
        <p:spPr>
          <a:xfrm>
            <a:off x="1116453" y="1440204"/>
            <a:ext cx="417102" cy="369332"/>
          </a:xfrm>
          <a:prstGeom prst="rect">
            <a:avLst/>
          </a:prstGeom>
          <a:noFill/>
        </p:spPr>
        <p:txBody>
          <a:bodyPr wrap="none" rtlCol="0">
            <a:spAutoFit/>
          </a:bodyPr>
          <a:lstStyle/>
          <a:p>
            <a:pPr algn="ctr"/>
            <a:r>
              <a:rPr lang="en-US" b="1" dirty="0">
                <a:latin typeface="Avenir Book" panose="02000503020000020003" pitchFamily="2" charset="0"/>
              </a:rPr>
              <a:t>A.</a:t>
            </a:r>
          </a:p>
        </p:txBody>
      </p:sp>
      <p:pic>
        <p:nvPicPr>
          <p:cNvPr id="3" name="Picture 2">
            <a:extLst>
              <a:ext uri="{FF2B5EF4-FFF2-40B4-BE49-F238E27FC236}">
                <a16:creationId xmlns:a16="http://schemas.microsoft.com/office/drawing/2014/main" id="{EDD50922-9FA6-D3FD-771C-AE4EC8D80270}"/>
              </a:ext>
            </a:extLst>
          </p:cNvPr>
          <p:cNvPicPr>
            <a:picLocks noChangeAspect="1"/>
          </p:cNvPicPr>
          <p:nvPr/>
        </p:nvPicPr>
        <p:blipFill rotWithShape="1">
          <a:blip r:embed="rId3"/>
          <a:srcRect l="83255" t="37172" b="45984"/>
          <a:stretch/>
        </p:blipFill>
        <p:spPr>
          <a:xfrm>
            <a:off x="7814034" y="1777786"/>
            <a:ext cx="787461" cy="616085"/>
          </a:xfrm>
          <a:prstGeom prst="rect">
            <a:avLst/>
          </a:prstGeom>
          <a:ln>
            <a:solidFill>
              <a:schemeClr val="tx1"/>
            </a:solidFill>
          </a:ln>
        </p:spPr>
      </p:pic>
    </p:spTree>
    <p:extLst>
      <p:ext uri="{BB962C8B-B14F-4D97-AF65-F5344CB8AC3E}">
        <p14:creationId xmlns:p14="http://schemas.microsoft.com/office/powerpoint/2010/main" val="511247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2e3a79e-b758-4660-884f-5860278e0032" xsi:nil="true"/>
    <lcf76f155ced4ddcb4097134ff3c332f xmlns="f86ba2e4-d0c6-4664-9310-24acd3d2254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522846501CC4E42BA690349A1E2BAE7" ma:contentTypeVersion="18" ma:contentTypeDescription="Create a new document." ma:contentTypeScope="" ma:versionID="ee15b082ae5f42658b15512c954eabe8">
  <xsd:schema xmlns:xsd="http://www.w3.org/2001/XMLSchema" xmlns:xs="http://www.w3.org/2001/XMLSchema" xmlns:p="http://schemas.microsoft.com/office/2006/metadata/properties" xmlns:ns2="f86ba2e4-d0c6-4664-9310-24acd3d22541" xmlns:ns3="12e3a79e-b758-4660-884f-5860278e0032" targetNamespace="http://schemas.microsoft.com/office/2006/metadata/properties" ma:root="true" ma:fieldsID="49226fc8a5dcb556077b58f373c68dac" ns2:_="" ns3:_="">
    <xsd:import namespace="f86ba2e4-d0c6-4664-9310-24acd3d22541"/>
    <xsd:import namespace="12e3a79e-b758-4660-884f-5860278e003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6ba2e4-d0c6-4664-9310-24acd3d225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8107521-1385-498b-8889-bf2cd8dee38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e3a79e-b758-4660-884f-5860278e003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3d8673f-12a3-4a39-ad1b-83a3ca694712}" ma:internalName="TaxCatchAll" ma:showField="CatchAllData" ma:web="12e3a79e-b758-4660-884f-5860278e00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62FB06-D632-4091-BA8B-911DD016195D}">
  <ds:schemaRefs>
    <ds:schemaRef ds:uri="http://schemas.microsoft.com/office/2006/metadata/properties"/>
    <ds:schemaRef ds:uri="http://schemas.microsoft.com/office/2006/documentManagement/types"/>
    <ds:schemaRef ds:uri="http://www.w3.org/XML/1998/namespace"/>
    <ds:schemaRef ds:uri="http://purl.org/dc/terms/"/>
    <ds:schemaRef ds:uri="http://schemas.openxmlformats.org/package/2006/metadata/core-properties"/>
    <ds:schemaRef ds:uri="12e3a79e-b758-4660-884f-5860278e0032"/>
    <ds:schemaRef ds:uri="http://purl.org/dc/elements/1.1/"/>
    <ds:schemaRef ds:uri="http://schemas.microsoft.com/office/infopath/2007/PartnerControls"/>
    <ds:schemaRef ds:uri="f86ba2e4-d0c6-4664-9310-24acd3d22541"/>
    <ds:schemaRef ds:uri="http://purl.org/dc/dcmitype/"/>
  </ds:schemaRefs>
</ds:datastoreItem>
</file>

<file path=customXml/itemProps2.xml><?xml version="1.0" encoding="utf-8"?>
<ds:datastoreItem xmlns:ds="http://schemas.openxmlformats.org/officeDocument/2006/customXml" ds:itemID="{31C316A3-6F90-4234-8830-689BDD04FFFE}">
  <ds:schemaRefs>
    <ds:schemaRef ds:uri="http://schemas.microsoft.com/sharepoint/v3/contenttype/forms"/>
  </ds:schemaRefs>
</ds:datastoreItem>
</file>

<file path=customXml/itemProps3.xml><?xml version="1.0" encoding="utf-8"?>
<ds:datastoreItem xmlns:ds="http://schemas.openxmlformats.org/officeDocument/2006/customXml" ds:itemID="{795F9458-AD7D-4701-A8D2-E9AA7E505B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86ba2e4-d0c6-4664-9310-24acd3d22541"/>
    <ds:schemaRef ds:uri="12e3a79e-b758-4660-884f-5860278e00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1029</TotalTime>
  <Words>204</Words>
  <Application>Microsoft Macintosh PowerPoint</Application>
  <PresentationFormat>Widescreen</PresentationFormat>
  <Paragraphs>105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Avenir Book</vt:lpstr>
      <vt:lpstr>Office Theme</vt:lpstr>
      <vt:lpstr>Some figures were manually re-drawn in Powerpoint to maximize font size and  minimize white space.  Some figures were manually annotated in Powerpoint to add further data labels.  Some figures were created in Powerpoint by combining individual plots.</vt:lpstr>
      <vt:lpstr>Main Text</vt:lpstr>
      <vt:lpstr>PowerPoint Presentation</vt:lpstr>
      <vt:lpstr>PowerPoint Presentation</vt:lpstr>
      <vt:lpstr>PowerPoint Presentation</vt:lpstr>
      <vt:lpstr>PowerPoint Presentation</vt:lpstr>
      <vt:lpstr>PowerPoint Presentation</vt:lpstr>
      <vt:lpstr>Supplemental Materials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Phaneuf, Camille</dc:creator>
  <cp:lastModifiedBy>Phaneuf-Hadd, Camille</cp:lastModifiedBy>
  <cp:revision>30</cp:revision>
  <dcterms:created xsi:type="dcterms:W3CDTF">2024-05-22T21:48:27Z</dcterms:created>
  <dcterms:modified xsi:type="dcterms:W3CDTF">2025-12-10T21:03:40Z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0x0101009522846501CC4E42BA690349A1E2BAE7</vt:lpwstr>
  </property>
  <property fmtid="{D5CDD505-2E9C-101B-9397-08002B2CF9AE}" pid="3" name="MediaServiceImageTags">
    <vt:lpwstr/>
  </property>
</Properties>
</file>